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Aptos Bold" charset="1" panose="020B0004020202020204"/>
      <p:regular r:id="rId20"/>
    </p:embeddedFont>
    <p:embeddedFont>
      <p:font typeface="Aptos" charset="1" panose="020B000402020202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notesMasters/notesMaster1.xml" Type="http://schemas.openxmlformats.org/officeDocument/2006/relationships/notesMaster"/><Relationship Id="rId18" Target="theme/theme2.xml" Type="http://schemas.openxmlformats.org/officeDocument/2006/relationships/theme"/><Relationship Id="rId19" Target="notesSlides/notesSlide1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.jpeg" Type="http://schemas.openxmlformats.org/officeDocument/2006/relationships/image"/><Relationship Id="rId4" Target="../media/image7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/mnt/data/hero_bg_16x9_dark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88324" y="1043235"/>
            <a:ext cx="4392549" cy="356892"/>
            <a:chOff x="0" y="0"/>
            <a:chExt cx="5856732" cy="47585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56736" cy="475860"/>
            </a:xfrm>
            <a:custGeom>
              <a:avLst/>
              <a:gdLst/>
              <a:ahLst/>
              <a:cxnLst/>
              <a:rect r="r" b="b" t="t" l="l"/>
              <a:pathLst>
                <a:path h="475860" w="5856736">
                  <a:moveTo>
                    <a:pt x="0" y="0"/>
                  </a:moveTo>
                  <a:lnTo>
                    <a:pt x="5856736" y="0"/>
                  </a:lnTo>
                  <a:lnTo>
                    <a:pt x="5856736" y="475860"/>
                  </a:lnTo>
                  <a:lnTo>
                    <a:pt x="0" y="4758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9816" r="0" b="-18981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5856732" cy="485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1"/>
                </a:lnSpc>
              </a:pPr>
              <a:r>
                <a:rPr lang="en-US" sz="1351" b="true">
                  <a:solidFill>
                    <a:srgbClr val="EAC37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КУРСОВАЯ РАБОТА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3421" y="1757020"/>
            <a:ext cx="8510568" cy="2402176"/>
            <a:chOff x="0" y="0"/>
            <a:chExt cx="11347425" cy="320290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347425" cy="3202902"/>
            </a:xfrm>
            <a:custGeom>
              <a:avLst/>
              <a:gdLst/>
              <a:ahLst/>
              <a:cxnLst/>
              <a:rect r="r" b="b" t="t" l="l"/>
              <a:pathLst>
                <a:path h="3202902" w="11347425">
                  <a:moveTo>
                    <a:pt x="0" y="0"/>
                  </a:moveTo>
                  <a:lnTo>
                    <a:pt x="11347425" y="0"/>
                  </a:lnTo>
                  <a:lnTo>
                    <a:pt x="11347425" y="3202902"/>
                  </a:lnTo>
                  <a:lnTo>
                    <a:pt x="0" y="320290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032" r="0" b="-1903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1347425" cy="320290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727"/>
                </a:lnSpc>
              </a:pPr>
              <a:r>
                <a:rPr lang="en-US" sz="8106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Nar</a:t>
              </a:r>
            </a:p>
            <a:p>
              <a:pPr algn="l">
                <a:lnSpc>
                  <a:spcPts val="9727"/>
                </a:lnSpc>
              </a:pPr>
              <a:r>
                <a:rPr lang="en-US" sz="8106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Patisserie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88324" y="4502363"/>
            <a:ext cx="9334176" cy="754971"/>
            <a:chOff x="0" y="0"/>
            <a:chExt cx="12445568" cy="100662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45563" cy="1006626"/>
            </a:xfrm>
            <a:custGeom>
              <a:avLst/>
              <a:gdLst/>
              <a:ahLst/>
              <a:cxnLst/>
              <a:rect r="r" b="b" t="t" l="l"/>
              <a:pathLst>
                <a:path h="1006626" w="12445563">
                  <a:moveTo>
                    <a:pt x="0" y="0"/>
                  </a:moveTo>
                  <a:lnTo>
                    <a:pt x="12445563" y="0"/>
                  </a:lnTo>
                  <a:lnTo>
                    <a:pt x="1244556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0905" r="0" b="-190906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2445568" cy="10066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2"/>
                </a:lnSpc>
              </a:pPr>
              <a:r>
                <a:rPr lang="en-US" sz="2551">
                  <a:solidFill>
                    <a:srgbClr val="F8EFE6"/>
                  </a:solidFill>
                  <a:latin typeface="Aptos"/>
                  <a:ea typeface="Aptos"/>
                  <a:cs typeface="Aptos"/>
                  <a:sym typeface="Aptos"/>
                </a:rPr>
                <a:t>Разработка онлайн информационной системы для кондитерских магазинов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88324" y="5600500"/>
            <a:ext cx="5216157" cy="384353"/>
            <a:chOff x="0" y="0"/>
            <a:chExt cx="6954876" cy="51247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54873" cy="512464"/>
            </a:xfrm>
            <a:custGeom>
              <a:avLst/>
              <a:gdLst/>
              <a:ahLst/>
              <a:cxnLst/>
              <a:rect r="r" b="b" t="t" l="l"/>
              <a:pathLst>
                <a:path h="512464" w="6954873">
                  <a:moveTo>
                    <a:pt x="0" y="0"/>
                  </a:moveTo>
                  <a:lnTo>
                    <a:pt x="6954873" y="0"/>
                  </a:lnTo>
                  <a:lnTo>
                    <a:pt x="6954873" y="512464"/>
                  </a:lnTo>
                  <a:lnTo>
                    <a:pt x="0" y="512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4439" r="0" b="-21444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6954876" cy="5124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1"/>
                </a:lnSpc>
              </a:pPr>
              <a:r>
                <a:rPr lang="en-US" sz="1726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Веб-системы и технологии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88324" y="7879137"/>
            <a:ext cx="7412431" cy="1098137"/>
            <a:chOff x="0" y="0"/>
            <a:chExt cx="9883242" cy="146418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883241" cy="1464184"/>
            </a:xfrm>
            <a:custGeom>
              <a:avLst/>
              <a:gdLst/>
              <a:ahLst/>
              <a:cxnLst/>
              <a:rect r="r" b="b" t="t" l="l"/>
              <a:pathLst>
                <a:path h="1464184" w="9883241">
                  <a:moveTo>
                    <a:pt x="0" y="0"/>
                  </a:moveTo>
                  <a:lnTo>
                    <a:pt x="9883241" y="0"/>
                  </a:lnTo>
                  <a:lnTo>
                    <a:pt x="9883241" y="1464184"/>
                  </a:lnTo>
                  <a:lnTo>
                    <a:pt x="0" y="146418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1524" r="0" b="-81523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9883242" cy="14641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1"/>
                </a:lnSpc>
              </a:pPr>
              <a:r>
                <a:rPr lang="en-US" sz="1726">
                  <a:solidFill>
                    <a:srgbClr val="F8EFE6"/>
                  </a:solidFill>
                  <a:latin typeface="Aptos"/>
                  <a:ea typeface="Aptos"/>
                  <a:cs typeface="Aptos"/>
                  <a:sym typeface="Aptos"/>
                </a:rPr>
                <a:t>Студент: Керимов Камиль</a:t>
              </a:r>
            </a:p>
            <a:p>
              <a:pPr algn="l">
                <a:lnSpc>
                  <a:spcPts val="2071"/>
                </a:lnSpc>
              </a:pPr>
              <a:r>
                <a:rPr lang="en-US" sz="1726">
                  <a:solidFill>
                    <a:srgbClr val="F8EFE6"/>
                  </a:solidFill>
                  <a:latin typeface="Aptos"/>
                  <a:ea typeface="Aptos"/>
                  <a:cs typeface="Aptos"/>
                  <a:sym typeface="Aptos"/>
                </a:rPr>
                <a:t>Группа: 680.23</a:t>
              </a:r>
            </a:p>
            <a:p>
              <a:pPr algn="l">
                <a:lnSpc>
                  <a:spcPts val="2071"/>
                </a:lnSpc>
              </a:pPr>
              <a:r>
                <a:rPr lang="en-US" sz="1726">
                  <a:solidFill>
                    <a:srgbClr val="F8EFE6"/>
                  </a:solidFill>
                  <a:latin typeface="Aptos"/>
                  <a:ea typeface="Aptos"/>
                  <a:cs typeface="Aptos"/>
                  <a:sym typeface="Aptos"/>
                </a:rPr>
                <a:t>Проверили: Халилов Матлаб, Алиев Джамиль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4962127" y="9443990"/>
            <a:ext cx="2264912" cy="329441"/>
            <a:chOff x="0" y="0"/>
            <a:chExt cx="3019882" cy="43925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019879" cy="439255"/>
            </a:xfrm>
            <a:custGeom>
              <a:avLst/>
              <a:gdLst/>
              <a:ahLst/>
              <a:cxnLst/>
              <a:rect r="r" b="b" t="t" l="l"/>
              <a:pathLst>
                <a:path h="439255" w="3019879">
                  <a:moveTo>
                    <a:pt x="0" y="0"/>
                  </a:moveTo>
                  <a:lnTo>
                    <a:pt x="3019879" y="0"/>
                  </a:lnTo>
                  <a:lnTo>
                    <a:pt x="3019879" y="439255"/>
                  </a:lnTo>
                  <a:lnTo>
                    <a:pt x="0" y="43925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3959" r="0" b="-83959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3019882" cy="439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91"/>
                </a:lnSpc>
              </a:pPr>
              <a:r>
                <a:rPr lang="en-US" sz="1576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Баку - 2026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2235" y="480431"/>
            <a:ext cx="10706843" cy="549069"/>
            <a:chOff x="0" y="0"/>
            <a:chExt cx="14275791" cy="7320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75794" cy="732092"/>
            </a:xfrm>
            <a:custGeom>
              <a:avLst/>
              <a:gdLst/>
              <a:ahLst/>
              <a:cxnLst/>
              <a:rect r="r" b="b" t="t" l="l"/>
              <a:pathLst>
                <a:path h="732092" w="14275794">
                  <a:moveTo>
                    <a:pt x="0" y="0"/>
                  </a:moveTo>
                  <a:lnTo>
                    <a:pt x="14275794" y="0"/>
                  </a:lnTo>
                  <a:lnTo>
                    <a:pt x="14275794" y="732092"/>
                  </a:lnTo>
                  <a:lnTo>
                    <a:pt x="0" y="7320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9958" r="0" b="-32995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4275791" cy="732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2"/>
                </a:lnSpc>
              </a:pPr>
              <a:r>
                <a:rPr lang="en-US" sz="2702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Цель проекта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2235" y="1056961"/>
            <a:ext cx="11667715" cy="343167"/>
            <a:chOff x="0" y="0"/>
            <a:chExt cx="15556954" cy="4575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556954" cy="457557"/>
            </a:xfrm>
            <a:custGeom>
              <a:avLst/>
              <a:gdLst/>
              <a:ahLst/>
              <a:cxnLst/>
              <a:rect r="r" b="b" t="t" l="l"/>
              <a:pathLst>
                <a:path h="457557" w="15556954">
                  <a:moveTo>
                    <a:pt x="0" y="0"/>
                  </a:moveTo>
                  <a:lnTo>
                    <a:pt x="15556954" y="0"/>
                  </a:lnTo>
                  <a:lnTo>
                    <a:pt x="15556954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2491" r="0" b="-612491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15556954" cy="4670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1"/>
                </a:lnSpc>
              </a:pPr>
              <a:r>
                <a:rPr lang="en-US" sz="1275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Создать понятную информационную систему для кондитерского магазина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82701" y="1472956"/>
            <a:ext cx="16491137" cy="19069"/>
            <a:chOff x="0" y="0"/>
            <a:chExt cx="21988183" cy="2542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00" y="0"/>
              <a:ext cx="21962745" cy="25400"/>
            </a:xfrm>
            <a:custGeom>
              <a:avLst/>
              <a:gdLst/>
              <a:ahLst/>
              <a:cxnLst/>
              <a:rect r="r" b="b" t="t" l="l"/>
              <a:pathLst>
                <a:path h="25400" w="21962745">
                  <a:moveTo>
                    <a:pt x="0" y="0"/>
                  </a:moveTo>
                  <a:lnTo>
                    <a:pt x="21962745" y="0"/>
                  </a:lnTo>
                  <a:lnTo>
                    <a:pt x="2196274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92515" y="1912210"/>
            <a:ext cx="8584540" cy="5701932"/>
            <a:chOff x="0" y="0"/>
            <a:chExt cx="11446053" cy="76025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700" y="12700"/>
              <a:ext cx="11420601" cy="7577201"/>
            </a:xfrm>
            <a:custGeom>
              <a:avLst/>
              <a:gdLst/>
              <a:ahLst/>
              <a:cxnLst/>
              <a:rect r="r" b="b" t="t" l="l"/>
              <a:pathLst>
                <a:path h="7577201" w="11420601">
                  <a:moveTo>
                    <a:pt x="0" y="146431"/>
                  </a:moveTo>
                  <a:cubicBezTo>
                    <a:pt x="0" y="65532"/>
                    <a:pt x="65659" y="0"/>
                    <a:pt x="146558" y="0"/>
                  </a:cubicBezTo>
                  <a:lnTo>
                    <a:pt x="11274044" y="0"/>
                  </a:lnTo>
                  <a:cubicBezTo>
                    <a:pt x="11354943" y="0"/>
                    <a:pt x="11420601" y="65532"/>
                    <a:pt x="11420601" y="146431"/>
                  </a:cubicBezTo>
                  <a:lnTo>
                    <a:pt x="11420601" y="7430770"/>
                  </a:lnTo>
                  <a:cubicBezTo>
                    <a:pt x="11420601" y="7511669"/>
                    <a:pt x="11354943" y="7577201"/>
                    <a:pt x="11274044" y="7577201"/>
                  </a:cubicBezTo>
                  <a:lnTo>
                    <a:pt x="146558" y="7577201"/>
                  </a:lnTo>
                  <a:cubicBezTo>
                    <a:pt x="65659" y="7577201"/>
                    <a:pt x="0" y="7511669"/>
                    <a:pt x="0" y="7430770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446001" cy="7602601"/>
            </a:xfrm>
            <a:custGeom>
              <a:avLst/>
              <a:gdLst/>
              <a:ahLst/>
              <a:cxnLst/>
              <a:rect r="r" b="b" t="t" l="l"/>
              <a:pathLst>
                <a:path h="7602601" w="11446001">
                  <a:moveTo>
                    <a:pt x="0" y="159131"/>
                  </a:moveTo>
                  <a:cubicBezTo>
                    <a:pt x="0" y="71247"/>
                    <a:pt x="71374" y="0"/>
                    <a:pt x="159258" y="0"/>
                  </a:cubicBezTo>
                  <a:lnTo>
                    <a:pt x="11286744" y="0"/>
                  </a:lnTo>
                  <a:lnTo>
                    <a:pt x="11286744" y="12700"/>
                  </a:lnTo>
                  <a:lnTo>
                    <a:pt x="11286744" y="0"/>
                  </a:lnTo>
                  <a:cubicBezTo>
                    <a:pt x="11374627" y="0"/>
                    <a:pt x="11446001" y="71247"/>
                    <a:pt x="11446001" y="159131"/>
                  </a:cubicBezTo>
                  <a:lnTo>
                    <a:pt x="11433301" y="159131"/>
                  </a:lnTo>
                  <a:lnTo>
                    <a:pt x="11446001" y="159131"/>
                  </a:lnTo>
                  <a:lnTo>
                    <a:pt x="11446001" y="7443470"/>
                  </a:lnTo>
                  <a:lnTo>
                    <a:pt x="11433301" y="7443470"/>
                  </a:lnTo>
                  <a:lnTo>
                    <a:pt x="11446001" y="7443470"/>
                  </a:lnTo>
                  <a:cubicBezTo>
                    <a:pt x="11446001" y="7531353"/>
                    <a:pt x="11374627" y="7602601"/>
                    <a:pt x="11286744" y="7602601"/>
                  </a:cubicBezTo>
                  <a:lnTo>
                    <a:pt x="11286744" y="7589901"/>
                  </a:lnTo>
                  <a:lnTo>
                    <a:pt x="11286744" y="7602601"/>
                  </a:lnTo>
                  <a:lnTo>
                    <a:pt x="159258" y="7602601"/>
                  </a:lnTo>
                  <a:lnTo>
                    <a:pt x="159258" y="7589901"/>
                  </a:lnTo>
                  <a:lnTo>
                    <a:pt x="159258" y="7602601"/>
                  </a:lnTo>
                  <a:cubicBezTo>
                    <a:pt x="71374" y="7602601"/>
                    <a:pt x="0" y="7531354"/>
                    <a:pt x="0" y="7443470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7443470"/>
                  </a:lnTo>
                  <a:lnTo>
                    <a:pt x="12700" y="7443470"/>
                  </a:lnTo>
                  <a:lnTo>
                    <a:pt x="25400" y="7443470"/>
                  </a:lnTo>
                  <a:cubicBezTo>
                    <a:pt x="25400" y="7517257"/>
                    <a:pt x="85344" y="7577201"/>
                    <a:pt x="159258" y="7577201"/>
                  </a:cubicBezTo>
                  <a:lnTo>
                    <a:pt x="11286744" y="7577201"/>
                  </a:lnTo>
                  <a:cubicBezTo>
                    <a:pt x="11360658" y="7577201"/>
                    <a:pt x="11420601" y="7517384"/>
                    <a:pt x="11420601" y="7443470"/>
                  </a:cubicBezTo>
                  <a:lnTo>
                    <a:pt x="11420601" y="159131"/>
                  </a:lnTo>
                  <a:cubicBezTo>
                    <a:pt x="11420602" y="85344"/>
                    <a:pt x="11360785" y="25400"/>
                    <a:pt x="11286744" y="25400"/>
                  </a:cubicBezTo>
                  <a:lnTo>
                    <a:pt x="159258" y="25400"/>
                  </a:lnTo>
                  <a:lnTo>
                    <a:pt x="159258" y="12700"/>
                  </a:lnTo>
                  <a:lnTo>
                    <a:pt x="159258" y="25400"/>
                  </a:lnTo>
                  <a:cubicBezTo>
                    <a:pt x="85344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29500" y="1949196"/>
            <a:ext cx="8510568" cy="5627961"/>
            <a:chOff x="0" y="0"/>
            <a:chExt cx="11347425" cy="7503947"/>
          </a:xfrm>
        </p:grpSpPr>
        <p:sp>
          <p:nvSpPr>
            <p:cNvPr name="Freeform 14" id="14" descr="/mnt/data/course_screenshots/01_home_16x9_dark.png"/>
            <p:cNvSpPr/>
            <p:nvPr/>
          </p:nvSpPr>
          <p:spPr>
            <a:xfrm flipH="false" flipV="false" rot="0">
              <a:off x="0" y="0"/>
              <a:ext cx="11347450" cy="7503922"/>
            </a:xfrm>
            <a:custGeom>
              <a:avLst/>
              <a:gdLst/>
              <a:ahLst/>
              <a:cxnLst/>
              <a:rect r="r" b="b" t="t" l="l"/>
              <a:pathLst>
                <a:path h="7503922" w="11347450">
                  <a:moveTo>
                    <a:pt x="0" y="0"/>
                  </a:moveTo>
                  <a:lnTo>
                    <a:pt x="11347450" y="0"/>
                  </a:lnTo>
                  <a:lnTo>
                    <a:pt x="11347450" y="7503922"/>
                  </a:lnTo>
                  <a:lnTo>
                    <a:pt x="0" y="7503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8809" t="0" r="-881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089147" y="1949196"/>
            <a:ext cx="3294412" cy="356892"/>
            <a:chOff x="0" y="0"/>
            <a:chExt cx="4392549" cy="4758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392552" cy="475860"/>
            </a:xfrm>
            <a:custGeom>
              <a:avLst/>
              <a:gdLst/>
              <a:ahLst/>
              <a:cxnLst/>
              <a:rect r="r" b="b" t="t" l="l"/>
              <a:pathLst>
                <a:path h="475860" w="4392552">
                  <a:moveTo>
                    <a:pt x="0" y="0"/>
                  </a:moveTo>
                  <a:lnTo>
                    <a:pt x="4392552" y="0"/>
                  </a:lnTo>
                  <a:lnTo>
                    <a:pt x="4392552" y="475860"/>
                  </a:lnTo>
                  <a:lnTo>
                    <a:pt x="0" y="4758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9862" r="0" b="-12986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4392549" cy="475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41"/>
                </a:lnSpc>
              </a:pPr>
              <a:r>
                <a:rPr lang="en-US" sz="1200" b="true">
                  <a:solidFill>
                    <a:srgbClr val="EAC37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ОСНОВНАЯ ИДЕЯ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089147" y="2470814"/>
            <a:ext cx="6932000" cy="1166774"/>
            <a:chOff x="0" y="0"/>
            <a:chExt cx="9242666" cy="155569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242661" cy="1555695"/>
            </a:xfrm>
            <a:custGeom>
              <a:avLst/>
              <a:gdLst/>
              <a:ahLst/>
              <a:cxnLst/>
              <a:rect r="r" b="b" t="t" l="l"/>
              <a:pathLst>
                <a:path h="1555695" w="9242661">
                  <a:moveTo>
                    <a:pt x="0" y="0"/>
                  </a:moveTo>
                  <a:lnTo>
                    <a:pt x="9242661" y="0"/>
                  </a:lnTo>
                  <a:lnTo>
                    <a:pt x="9242661" y="1555695"/>
                  </a:lnTo>
                  <a:lnTo>
                    <a:pt x="0" y="15556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763" r="0" b="-6576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9242666" cy="15556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2"/>
                </a:lnSpc>
              </a:pPr>
              <a:r>
                <a:rPr lang="en-US" sz="255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Сайт помогает клиенту быстро посмотреть ассортимент, выбрать десерты и оформить заказ без лишней сложности.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079612" y="4135936"/>
            <a:ext cx="6951059" cy="2146706"/>
            <a:chOff x="0" y="0"/>
            <a:chExt cx="9268079" cy="286227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700" y="12700"/>
              <a:ext cx="9242678" cy="2836926"/>
            </a:xfrm>
            <a:custGeom>
              <a:avLst/>
              <a:gdLst/>
              <a:ahLst/>
              <a:cxnLst/>
              <a:rect r="r" b="b" t="t" l="l"/>
              <a:pathLst>
                <a:path h="2836926" w="9242678">
                  <a:moveTo>
                    <a:pt x="0" y="146431"/>
                  </a:moveTo>
                  <a:cubicBezTo>
                    <a:pt x="0" y="65532"/>
                    <a:pt x="65913" y="0"/>
                    <a:pt x="147320" y="0"/>
                  </a:cubicBezTo>
                  <a:lnTo>
                    <a:pt x="9095359" y="0"/>
                  </a:lnTo>
                  <a:cubicBezTo>
                    <a:pt x="9176765" y="0"/>
                    <a:pt x="9242678" y="65532"/>
                    <a:pt x="9242678" y="146431"/>
                  </a:cubicBezTo>
                  <a:lnTo>
                    <a:pt x="9242678" y="2690495"/>
                  </a:lnTo>
                  <a:cubicBezTo>
                    <a:pt x="9242678" y="2771394"/>
                    <a:pt x="9176765" y="2836926"/>
                    <a:pt x="9095359" y="2836926"/>
                  </a:cubicBezTo>
                  <a:lnTo>
                    <a:pt x="147320" y="2836926"/>
                  </a:lnTo>
                  <a:cubicBezTo>
                    <a:pt x="65913" y="2836926"/>
                    <a:pt x="0" y="2771394"/>
                    <a:pt x="0" y="2690495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268078" cy="2862326"/>
            </a:xfrm>
            <a:custGeom>
              <a:avLst/>
              <a:gdLst/>
              <a:ahLst/>
              <a:cxnLst/>
              <a:rect r="r" b="b" t="t" l="l"/>
              <a:pathLst>
                <a:path h="2862326" w="9268078">
                  <a:moveTo>
                    <a:pt x="0" y="159131"/>
                  </a:moveTo>
                  <a:cubicBezTo>
                    <a:pt x="0" y="71120"/>
                    <a:pt x="71755" y="0"/>
                    <a:pt x="160020" y="0"/>
                  </a:cubicBezTo>
                  <a:lnTo>
                    <a:pt x="9108059" y="0"/>
                  </a:lnTo>
                  <a:lnTo>
                    <a:pt x="9108059" y="12700"/>
                  </a:lnTo>
                  <a:lnTo>
                    <a:pt x="9108059" y="0"/>
                  </a:lnTo>
                  <a:cubicBezTo>
                    <a:pt x="9196324" y="0"/>
                    <a:pt x="9268078" y="71120"/>
                    <a:pt x="9268078" y="159131"/>
                  </a:cubicBezTo>
                  <a:lnTo>
                    <a:pt x="9255378" y="159131"/>
                  </a:lnTo>
                  <a:lnTo>
                    <a:pt x="9268078" y="159131"/>
                  </a:lnTo>
                  <a:lnTo>
                    <a:pt x="9268078" y="2703195"/>
                  </a:lnTo>
                  <a:lnTo>
                    <a:pt x="9255378" y="2703195"/>
                  </a:lnTo>
                  <a:lnTo>
                    <a:pt x="9268078" y="2703195"/>
                  </a:lnTo>
                  <a:cubicBezTo>
                    <a:pt x="9268078" y="2791206"/>
                    <a:pt x="9196324" y="2862326"/>
                    <a:pt x="9108059" y="2862326"/>
                  </a:cubicBezTo>
                  <a:lnTo>
                    <a:pt x="9108059" y="2849626"/>
                  </a:lnTo>
                  <a:lnTo>
                    <a:pt x="9108059" y="2862326"/>
                  </a:lnTo>
                  <a:lnTo>
                    <a:pt x="160020" y="2862326"/>
                  </a:lnTo>
                  <a:lnTo>
                    <a:pt x="160020" y="2849626"/>
                  </a:lnTo>
                  <a:lnTo>
                    <a:pt x="160020" y="2862326"/>
                  </a:lnTo>
                  <a:cubicBezTo>
                    <a:pt x="71755" y="2862326"/>
                    <a:pt x="0" y="2791206"/>
                    <a:pt x="0" y="2703195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703195"/>
                  </a:lnTo>
                  <a:lnTo>
                    <a:pt x="12700" y="2703195"/>
                  </a:lnTo>
                  <a:lnTo>
                    <a:pt x="25400" y="2703195"/>
                  </a:lnTo>
                  <a:cubicBezTo>
                    <a:pt x="25400" y="2776982"/>
                    <a:pt x="85598" y="2836926"/>
                    <a:pt x="160020" y="2836926"/>
                  </a:cubicBezTo>
                  <a:lnTo>
                    <a:pt x="9108059" y="2836926"/>
                  </a:lnTo>
                  <a:cubicBezTo>
                    <a:pt x="9182481" y="2836926"/>
                    <a:pt x="9242678" y="2776982"/>
                    <a:pt x="9242678" y="2703195"/>
                  </a:cubicBezTo>
                  <a:lnTo>
                    <a:pt x="9242678" y="159131"/>
                  </a:lnTo>
                  <a:cubicBezTo>
                    <a:pt x="9242678" y="85344"/>
                    <a:pt x="9182481" y="25400"/>
                    <a:pt x="9108059" y="25400"/>
                  </a:cubicBezTo>
                  <a:lnTo>
                    <a:pt x="160020" y="25400"/>
                  </a:lnTo>
                  <a:lnTo>
                    <a:pt x="160020" y="12700"/>
                  </a:lnTo>
                  <a:lnTo>
                    <a:pt x="160020" y="25400"/>
                  </a:lnTo>
                  <a:cubicBezTo>
                    <a:pt x="85598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391127" y="4392549"/>
            <a:ext cx="6328019" cy="494167"/>
            <a:chOff x="0" y="0"/>
            <a:chExt cx="8437359" cy="65888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437359" cy="658883"/>
            </a:xfrm>
            <a:custGeom>
              <a:avLst/>
              <a:gdLst/>
              <a:ahLst/>
              <a:cxnLst/>
              <a:rect r="r" b="b" t="t" l="l"/>
              <a:pathLst>
                <a:path h="658883" w="8437359">
                  <a:moveTo>
                    <a:pt x="0" y="0"/>
                  </a:moveTo>
                  <a:lnTo>
                    <a:pt x="8437359" y="0"/>
                  </a:lnTo>
                  <a:lnTo>
                    <a:pt x="8437359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9516" r="0" b="-19951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8437359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Что решает сайт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391127" y="4996529"/>
            <a:ext cx="6328019" cy="1084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показывает меню и категории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упрощает выбор товаров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собирает заказ через форму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079612" y="6606750"/>
            <a:ext cx="6951059" cy="2146706"/>
            <a:chOff x="0" y="0"/>
            <a:chExt cx="9268079" cy="286227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12700" y="12700"/>
              <a:ext cx="9242678" cy="2836926"/>
            </a:xfrm>
            <a:custGeom>
              <a:avLst/>
              <a:gdLst/>
              <a:ahLst/>
              <a:cxnLst/>
              <a:rect r="r" b="b" t="t" l="l"/>
              <a:pathLst>
                <a:path h="2836926" w="9242678">
                  <a:moveTo>
                    <a:pt x="0" y="146431"/>
                  </a:moveTo>
                  <a:cubicBezTo>
                    <a:pt x="0" y="65532"/>
                    <a:pt x="65913" y="0"/>
                    <a:pt x="147320" y="0"/>
                  </a:cubicBezTo>
                  <a:lnTo>
                    <a:pt x="9095359" y="0"/>
                  </a:lnTo>
                  <a:cubicBezTo>
                    <a:pt x="9176765" y="0"/>
                    <a:pt x="9242678" y="65532"/>
                    <a:pt x="9242678" y="146431"/>
                  </a:cubicBezTo>
                  <a:lnTo>
                    <a:pt x="9242678" y="2690495"/>
                  </a:lnTo>
                  <a:cubicBezTo>
                    <a:pt x="9242678" y="2771394"/>
                    <a:pt x="9176765" y="2836926"/>
                    <a:pt x="9095359" y="2836926"/>
                  </a:cubicBezTo>
                  <a:lnTo>
                    <a:pt x="147320" y="2836926"/>
                  </a:lnTo>
                  <a:cubicBezTo>
                    <a:pt x="65913" y="2836926"/>
                    <a:pt x="0" y="2771394"/>
                    <a:pt x="0" y="2690495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268078" cy="2862326"/>
            </a:xfrm>
            <a:custGeom>
              <a:avLst/>
              <a:gdLst/>
              <a:ahLst/>
              <a:cxnLst/>
              <a:rect r="r" b="b" t="t" l="l"/>
              <a:pathLst>
                <a:path h="2862326" w="9268078">
                  <a:moveTo>
                    <a:pt x="0" y="159131"/>
                  </a:moveTo>
                  <a:cubicBezTo>
                    <a:pt x="0" y="71120"/>
                    <a:pt x="71755" y="0"/>
                    <a:pt x="160020" y="0"/>
                  </a:cubicBezTo>
                  <a:lnTo>
                    <a:pt x="9108059" y="0"/>
                  </a:lnTo>
                  <a:lnTo>
                    <a:pt x="9108059" y="12700"/>
                  </a:lnTo>
                  <a:lnTo>
                    <a:pt x="9108059" y="0"/>
                  </a:lnTo>
                  <a:cubicBezTo>
                    <a:pt x="9196324" y="0"/>
                    <a:pt x="9268078" y="71120"/>
                    <a:pt x="9268078" y="159131"/>
                  </a:cubicBezTo>
                  <a:lnTo>
                    <a:pt x="9255378" y="159131"/>
                  </a:lnTo>
                  <a:lnTo>
                    <a:pt x="9268078" y="159131"/>
                  </a:lnTo>
                  <a:lnTo>
                    <a:pt x="9268078" y="2703195"/>
                  </a:lnTo>
                  <a:lnTo>
                    <a:pt x="9255378" y="2703195"/>
                  </a:lnTo>
                  <a:lnTo>
                    <a:pt x="9268078" y="2703195"/>
                  </a:lnTo>
                  <a:cubicBezTo>
                    <a:pt x="9268078" y="2791206"/>
                    <a:pt x="9196324" y="2862326"/>
                    <a:pt x="9108059" y="2862326"/>
                  </a:cubicBezTo>
                  <a:lnTo>
                    <a:pt x="9108059" y="2849626"/>
                  </a:lnTo>
                  <a:lnTo>
                    <a:pt x="9108059" y="2862326"/>
                  </a:lnTo>
                  <a:lnTo>
                    <a:pt x="160020" y="2862326"/>
                  </a:lnTo>
                  <a:lnTo>
                    <a:pt x="160020" y="2849626"/>
                  </a:lnTo>
                  <a:lnTo>
                    <a:pt x="160020" y="2862326"/>
                  </a:lnTo>
                  <a:cubicBezTo>
                    <a:pt x="71755" y="2862326"/>
                    <a:pt x="0" y="2791206"/>
                    <a:pt x="0" y="2703195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703195"/>
                  </a:lnTo>
                  <a:lnTo>
                    <a:pt x="12700" y="2703195"/>
                  </a:lnTo>
                  <a:lnTo>
                    <a:pt x="25400" y="2703195"/>
                  </a:lnTo>
                  <a:cubicBezTo>
                    <a:pt x="25400" y="2776982"/>
                    <a:pt x="85598" y="2836926"/>
                    <a:pt x="160020" y="2836926"/>
                  </a:cubicBezTo>
                  <a:lnTo>
                    <a:pt x="9108059" y="2836926"/>
                  </a:lnTo>
                  <a:cubicBezTo>
                    <a:pt x="9182481" y="2836926"/>
                    <a:pt x="9242678" y="2776982"/>
                    <a:pt x="9242678" y="2703195"/>
                  </a:cubicBezTo>
                  <a:lnTo>
                    <a:pt x="9242678" y="159131"/>
                  </a:lnTo>
                  <a:cubicBezTo>
                    <a:pt x="9242678" y="85344"/>
                    <a:pt x="9182481" y="25400"/>
                    <a:pt x="9108059" y="25400"/>
                  </a:cubicBezTo>
                  <a:lnTo>
                    <a:pt x="160020" y="25400"/>
                  </a:lnTo>
                  <a:lnTo>
                    <a:pt x="160020" y="12700"/>
                  </a:lnTo>
                  <a:lnTo>
                    <a:pt x="160020" y="25400"/>
                  </a:lnTo>
                  <a:cubicBezTo>
                    <a:pt x="85598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0391127" y="6863363"/>
            <a:ext cx="6328019" cy="494167"/>
            <a:chOff x="0" y="0"/>
            <a:chExt cx="8437359" cy="65888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437359" cy="658883"/>
            </a:xfrm>
            <a:custGeom>
              <a:avLst/>
              <a:gdLst/>
              <a:ahLst/>
              <a:cxnLst/>
              <a:rect r="r" b="b" t="t" l="l"/>
              <a:pathLst>
                <a:path h="658883" w="8437359">
                  <a:moveTo>
                    <a:pt x="0" y="0"/>
                  </a:moveTo>
                  <a:lnTo>
                    <a:pt x="8437359" y="0"/>
                  </a:lnTo>
                  <a:lnTo>
                    <a:pt x="8437359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9516" r="0" b="-19951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8437359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Ограничение проекта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10391127" y="7467333"/>
            <a:ext cx="6328019" cy="1084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без серверной части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вся логика на стороне клиента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данные хранятся в JS-файлах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2235" y="480431"/>
            <a:ext cx="10706843" cy="549069"/>
            <a:chOff x="0" y="0"/>
            <a:chExt cx="14275791" cy="7320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75794" cy="732092"/>
            </a:xfrm>
            <a:custGeom>
              <a:avLst/>
              <a:gdLst/>
              <a:ahLst/>
              <a:cxnLst/>
              <a:rect r="r" b="b" t="t" l="l"/>
              <a:pathLst>
                <a:path h="732092" w="14275794">
                  <a:moveTo>
                    <a:pt x="0" y="0"/>
                  </a:moveTo>
                  <a:lnTo>
                    <a:pt x="14275794" y="0"/>
                  </a:lnTo>
                  <a:lnTo>
                    <a:pt x="14275794" y="732092"/>
                  </a:lnTo>
                  <a:lnTo>
                    <a:pt x="0" y="7320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9958" r="0" b="-32995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4275791" cy="732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2"/>
                </a:lnSpc>
              </a:pPr>
              <a:r>
                <a:rPr lang="en-US" sz="2702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Структура сайта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2235" y="1056961"/>
            <a:ext cx="11667715" cy="343167"/>
            <a:chOff x="0" y="0"/>
            <a:chExt cx="15556954" cy="4575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556954" cy="457557"/>
            </a:xfrm>
            <a:custGeom>
              <a:avLst/>
              <a:gdLst/>
              <a:ahLst/>
              <a:cxnLst/>
              <a:rect r="r" b="b" t="t" l="l"/>
              <a:pathLst>
                <a:path h="457557" w="15556954">
                  <a:moveTo>
                    <a:pt x="0" y="0"/>
                  </a:moveTo>
                  <a:lnTo>
                    <a:pt x="15556954" y="0"/>
                  </a:lnTo>
                  <a:lnTo>
                    <a:pt x="15556954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2491" r="0" b="-612491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15556954" cy="4670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1"/>
                </a:lnSpc>
              </a:pPr>
              <a:r>
                <a:rPr lang="en-US" sz="1275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Проект состоит из четырёх основных HTML-страниц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82701" y="1472956"/>
            <a:ext cx="16491137" cy="19069"/>
            <a:chOff x="0" y="0"/>
            <a:chExt cx="21988183" cy="2542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00" y="0"/>
              <a:ext cx="21962745" cy="25400"/>
            </a:xfrm>
            <a:custGeom>
              <a:avLst/>
              <a:gdLst/>
              <a:ahLst/>
              <a:cxnLst/>
              <a:rect r="r" b="b" t="t" l="l"/>
              <a:pathLst>
                <a:path h="25400" w="21962745">
                  <a:moveTo>
                    <a:pt x="0" y="0"/>
                  </a:moveTo>
                  <a:lnTo>
                    <a:pt x="21962745" y="0"/>
                  </a:lnTo>
                  <a:lnTo>
                    <a:pt x="2196274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92515" y="2090652"/>
            <a:ext cx="3299755" cy="2297697"/>
            <a:chOff x="0" y="0"/>
            <a:chExt cx="4399674" cy="30635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700" y="12700"/>
              <a:ext cx="4374261" cy="3038221"/>
            </a:xfrm>
            <a:custGeom>
              <a:avLst/>
              <a:gdLst/>
              <a:ahLst/>
              <a:cxnLst/>
              <a:rect r="r" b="b" t="t" l="l"/>
              <a:pathLst>
                <a:path h="3038221" w="4374261">
                  <a:moveTo>
                    <a:pt x="0" y="146431"/>
                  </a:moveTo>
                  <a:cubicBezTo>
                    <a:pt x="0" y="65532"/>
                    <a:pt x="65786" y="0"/>
                    <a:pt x="146812" y="0"/>
                  </a:cubicBezTo>
                  <a:lnTo>
                    <a:pt x="4227449" y="0"/>
                  </a:lnTo>
                  <a:cubicBezTo>
                    <a:pt x="4308475" y="0"/>
                    <a:pt x="4374261" y="65532"/>
                    <a:pt x="4374261" y="146431"/>
                  </a:cubicBezTo>
                  <a:lnTo>
                    <a:pt x="4374261" y="2891790"/>
                  </a:lnTo>
                  <a:cubicBezTo>
                    <a:pt x="4374261" y="2972689"/>
                    <a:pt x="4308602" y="3038221"/>
                    <a:pt x="4227449" y="3038221"/>
                  </a:cubicBezTo>
                  <a:lnTo>
                    <a:pt x="146812" y="3038221"/>
                  </a:lnTo>
                  <a:cubicBezTo>
                    <a:pt x="65786" y="3038221"/>
                    <a:pt x="0" y="2972689"/>
                    <a:pt x="0" y="2891790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99661" cy="3063621"/>
            </a:xfrm>
            <a:custGeom>
              <a:avLst/>
              <a:gdLst/>
              <a:ahLst/>
              <a:cxnLst/>
              <a:rect r="r" b="b" t="t" l="l"/>
              <a:pathLst>
                <a:path h="3063621" w="4399661">
                  <a:moveTo>
                    <a:pt x="0" y="159131"/>
                  </a:moveTo>
                  <a:cubicBezTo>
                    <a:pt x="0" y="71247"/>
                    <a:pt x="71374" y="0"/>
                    <a:pt x="159512" y="0"/>
                  </a:cubicBezTo>
                  <a:lnTo>
                    <a:pt x="4240149" y="0"/>
                  </a:lnTo>
                  <a:lnTo>
                    <a:pt x="4240149" y="12700"/>
                  </a:lnTo>
                  <a:lnTo>
                    <a:pt x="4240149" y="0"/>
                  </a:lnTo>
                  <a:cubicBezTo>
                    <a:pt x="4328160" y="0"/>
                    <a:pt x="4399661" y="71247"/>
                    <a:pt x="4399661" y="159131"/>
                  </a:cubicBezTo>
                  <a:lnTo>
                    <a:pt x="4386961" y="159131"/>
                  </a:lnTo>
                  <a:lnTo>
                    <a:pt x="4399661" y="159131"/>
                  </a:lnTo>
                  <a:lnTo>
                    <a:pt x="4399661" y="2904490"/>
                  </a:lnTo>
                  <a:lnTo>
                    <a:pt x="4386961" y="2904490"/>
                  </a:lnTo>
                  <a:lnTo>
                    <a:pt x="4399661" y="2904490"/>
                  </a:lnTo>
                  <a:cubicBezTo>
                    <a:pt x="4399661" y="2992374"/>
                    <a:pt x="4328287" y="3063621"/>
                    <a:pt x="4240149" y="3063621"/>
                  </a:cubicBezTo>
                  <a:lnTo>
                    <a:pt x="4240149" y="3050921"/>
                  </a:lnTo>
                  <a:lnTo>
                    <a:pt x="4240149" y="3063621"/>
                  </a:lnTo>
                  <a:lnTo>
                    <a:pt x="159512" y="3063621"/>
                  </a:lnTo>
                  <a:lnTo>
                    <a:pt x="159512" y="3050921"/>
                  </a:lnTo>
                  <a:lnTo>
                    <a:pt x="159512" y="3063621"/>
                  </a:lnTo>
                  <a:cubicBezTo>
                    <a:pt x="71374" y="3063621"/>
                    <a:pt x="0" y="2992374"/>
                    <a:pt x="0" y="2904490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904490"/>
                  </a:lnTo>
                  <a:lnTo>
                    <a:pt x="12700" y="2904490"/>
                  </a:lnTo>
                  <a:lnTo>
                    <a:pt x="25400" y="2904490"/>
                  </a:lnTo>
                  <a:cubicBezTo>
                    <a:pt x="25400" y="2978277"/>
                    <a:pt x="85344" y="3038221"/>
                    <a:pt x="159512" y="3038221"/>
                  </a:cubicBezTo>
                  <a:lnTo>
                    <a:pt x="4240149" y="3038221"/>
                  </a:lnTo>
                  <a:cubicBezTo>
                    <a:pt x="4314190" y="3038221"/>
                    <a:pt x="4374261" y="2978277"/>
                    <a:pt x="4374261" y="2904490"/>
                  </a:cubicBezTo>
                  <a:lnTo>
                    <a:pt x="4374261" y="159131"/>
                  </a:lnTo>
                  <a:cubicBezTo>
                    <a:pt x="4374261" y="85344"/>
                    <a:pt x="4314190" y="25400"/>
                    <a:pt x="4240149" y="25400"/>
                  </a:cubicBezTo>
                  <a:lnTo>
                    <a:pt x="159512" y="25400"/>
                  </a:lnTo>
                  <a:lnTo>
                    <a:pt x="159512" y="12700"/>
                  </a:lnTo>
                  <a:lnTo>
                    <a:pt x="159512" y="25400"/>
                  </a:lnTo>
                  <a:cubicBezTo>
                    <a:pt x="85471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29500" y="2127647"/>
            <a:ext cx="3225784" cy="2223726"/>
            <a:chOff x="0" y="0"/>
            <a:chExt cx="4301046" cy="2964967"/>
          </a:xfrm>
        </p:grpSpPr>
        <p:sp>
          <p:nvSpPr>
            <p:cNvPr name="Freeform 14" id="14" descr="/mnt/data/course_screenshots/01_home_16x9_dark.png"/>
            <p:cNvSpPr/>
            <p:nvPr/>
          </p:nvSpPr>
          <p:spPr>
            <a:xfrm flipH="false" flipV="false" rot="0">
              <a:off x="0" y="0"/>
              <a:ext cx="4300982" cy="2964942"/>
            </a:xfrm>
            <a:custGeom>
              <a:avLst/>
              <a:gdLst/>
              <a:ahLst/>
              <a:cxnLst/>
              <a:rect r="r" b="b" t="t" l="l"/>
              <a:pathLst>
                <a:path h="2964942" w="4300982">
                  <a:moveTo>
                    <a:pt x="0" y="0"/>
                  </a:moveTo>
                  <a:lnTo>
                    <a:pt x="4300982" y="0"/>
                  </a:lnTo>
                  <a:lnTo>
                    <a:pt x="4300982" y="2964942"/>
                  </a:lnTo>
                  <a:lnTo>
                    <a:pt x="0" y="29649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306" t="0" r="-11308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29500" y="4735716"/>
            <a:ext cx="3225784" cy="439255"/>
            <a:chOff x="0" y="0"/>
            <a:chExt cx="4301046" cy="58567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Главная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29500" y="5257333"/>
            <a:ext cx="3225784" cy="439255"/>
            <a:chOff x="0" y="0"/>
            <a:chExt cx="4301046" cy="58567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91"/>
                </a:lnSpc>
              </a:pPr>
              <a:r>
                <a:rPr lang="en-US" sz="1576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презентация бренда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316436" y="2090652"/>
            <a:ext cx="3299755" cy="2297697"/>
            <a:chOff x="0" y="0"/>
            <a:chExt cx="4399674" cy="306359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700" y="12700"/>
              <a:ext cx="4374261" cy="3038221"/>
            </a:xfrm>
            <a:custGeom>
              <a:avLst/>
              <a:gdLst/>
              <a:ahLst/>
              <a:cxnLst/>
              <a:rect r="r" b="b" t="t" l="l"/>
              <a:pathLst>
                <a:path h="3038221" w="4374261">
                  <a:moveTo>
                    <a:pt x="0" y="146431"/>
                  </a:moveTo>
                  <a:cubicBezTo>
                    <a:pt x="0" y="65532"/>
                    <a:pt x="65786" y="0"/>
                    <a:pt x="146812" y="0"/>
                  </a:cubicBezTo>
                  <a:lnTo>
                    <a:pt x="4227449" y="0"/>
                  </a:lnTo>
                  <a:cubicBezTo>
                    <a:pt x="4308475" y="0"/>
                    <a:pt x="4374261" y="65532"/>
                    <a:pt x="4374261" y="146431"/>
                  </a:cubicBezTo>
                  <a:lnTo>
                    <a:pt x="4374261" y="2891790"/>
                  </a:lnTo>
                  <a:cubicBezTo>
                    <a:pt x="4374261" y="2972689"/>
                    <a:pt x="4308602" y="3038221"/>
                    <a:pt x="4227449" y="3038221"/>
                  </a:cubicBezTo>
                  <a:lnTo>
                    <a:pt x="146812" y="3038221"/>
                  </a:lnTo>
                  <a:cubicBezTo>
                    <a:pt x="65786" y="3038221"/>
                    <a:pt x="0" y="2972689"/>
                    <a:pt x="0" y="2891790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399661" cy="3063621"/>
            </a:xfrm>
            <a:custGeom>
              <a:avLst/>
              <a:gdLst/>
              <a:ahLst/>
              <a:cxnLst/>
              <a:rect r="r" b="b" t="t" l="l"/>
              <a:pathLst>
                <a:path h="3063621" w="4399661">
                  <a:moveTo>
                    <a:pt x="0" y="159131"/>
                  </a:moveTo>
                  <a:cubicBezTo>
                    <a:pt x="0" y="71247"/>
                    <a:pt x="71374" y="0"/>
                    <a:pt x="159512" y="0"/>
                  </a:cubicBezTo>
                  <a:lnTo>
                    <a:pt x="4240149" y="0"/>
                  </a:lnTo>
                  <a:lnTo>
                    <a:pt x="4240149" y="12700"/>
                  </a:lnTo>
                  <a:lnTo>
                    <a:pt x="4240149" y="0"/>
                  </a:lnTo>
                  <a:cubicBezTo>
                    <a:pt x="4328160" y="0"/>
                    <a:pt x="4399661" y="71247"/>
                    <a:pt x="4399661" y="159131"/>
                  </a:cubicBezTo>
                  <a:lnTo>
                    <a:pt x="4386961" y="159131"/>
                  </a:lnTo>
                  <a:lnTo>
                    <a:pt x="4399661" y="159131"/>
                  </a:lnTo>
                  <a:lnTo>
                    <a:pt x="4399661" y="2904490"/>
                  </a:lnTo>
                  <a:lnTo>
                    <a:pt x="4386961" y="2904490"/>
                  </a:lnTo>
                  <a:lnTo>
                    <a:pt x="4399661" y="2904490"/>
                  </a:lnTo>
                  <a:cubicBezTo>
                    <a:pt x="4399661" y="2992374"/>
                    <a:pt x="4328287" y="3063621"/>
                    <a:pt x="4240149" y="3063621"/>
                  </a:cubicBezTo>
                  <a:lnTo>
                    <a:pt x="4240149" y="3050921"/>
                  </a:lnTo>
                  <a:lnTo>
                    <a:pt x="4240149" y="3063621"/>
                  </a:lnTo>
                  <a:lnTo>
                    <a:pt x="159512" y="3063621"/>
                  </a:lnTo>
                  <a:lnTo>
                    <a:pt x="159512" y="3050921"/>
                  </a:lnTo>
                  <a:lnTo>
                    <a:pt x="159512" y="3063621"/>
                  </a:lnTo>
                  <a:cubicBezTo>
                    <a:pt x="71374" y="3063621"/>
                    <a:pt x="0" y="2992374"/>
                    <a:pt x="0" y="2904490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904490"/>
                  </a:lnTo>
                  <a:lnTo>
                    <a:pt x="12700" y="2904490"/>
                  </a:lnTo>
                  <a:lnTo>
                    <a:pt x="25400" y="2904490"/>
                  </a:lnTo>
                  <a:cubicBezTo>
                    <a:pt x="25400" y="2978277"/>
                    <a:pt x="85344" y="3038221"/>
                    <a:pt x="159512" y="3038221"/>
                  </a:cubicBezTo>
                  <a:lnTo>
                    <a:pt x="4240149" y="3038221"/>
                  </a:lnTo>
                  <a:cubicBezTo>
                    <a:pt x="4314190" y="3038221"/>
                    <a:pt x="4374261" y="2978277"/>
                    <a:pt x="4374261" y="2904490"/>
                  </a:cubicBezTo>
                  <a:lnTo>
                    <a:pt x="4374261" y="159131"/>
                  </a:lnTo>
                  <a:cubicBezTo>
                    <a:pt x="4374261" y="85344"/>
                    <a:pt x="4314190" y="25400"/>
                    <a:pt x="4240149" y="25400"/>
                  </a:cubicBezTo>
                  <a:lnTo>
                    <a:pt x="159512" y="25400"/>
                  </a:lnTo>
                  <a:lnTo>
                    <a:pt x="159512" y="12700"/>
                  </a:lnTo>
                  <a:lnTo>
                    <a:pt x="159512" y="25400"/>
                  </a:lnTo>
                  <a:cubicBezTo>
                    <a:pt x="85471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5353421" y="2127647"/>
            <a:ext cx="3225784" cy="2223726"/>
            <a:chOff x="0" y="0"/>
            <a:chExt cx="4301046" cy="2964967"/>
          </a:xfrm>
        </p:grpSpPr>
        <p:sp>
          <p:nvSpPr>
            <p:cNvPr name="Freeform 25" id="25" descr="/mnt/data/course_screenshots/02_catalog.png"/>
            <p:cNvSpPr/>
            <p:nvPr/>
          </p:nvSpPr>
          <p:spPr>
            <a:xfrm flipH="false" flipV="false" rot="0">
              <a:off x="0" y="0"/>
              <a:ext cx="4300982" cy="2964942"/>
            </a:xfrm>
            <a:custGeom>
              <a:avLst/>
              <a:gdLst/>
              <a:ahLst/>
              <a:cxnLst/>
              <a:rect r="r" b="b" t="t" l="l"/>
              <a:pathLst>
                <a:path h="2964942" w="4300982">
                  <a:moveTo>
                    <a:pt x="0" y="0"/>
                  </a:moveTo>
                  <a:lnTo>
                    <a:pt x="4300982" y="0"/>
                  </a:lnTo>
                  <a:lnTo>
                    <a:pt x="4300982" y="2964942"/>
                  </a:lnTo>
                  <a:lnTo>
                    <a:pt x="0" y="29649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314" t="0" r="-2316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5353421" y="4735716"/>
            <a:ext cx="3225784" cy="439255"/>
            <a:chOff x="0" y="0"/>
            <a:chExt cx="4301046" cy="58567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Каталог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353421" y="5257333"/>
            <a:ext cx="3225784" cy="439255"/>
            <a:chOff x="0" y="0"/>
            <a:chExt cx="4301046" cy="58567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91"/>
                </a:lnSpc>
              </a:pPr>
              <a:r>
                <a:rPr lang="en-US" sz="1576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товары и фильтры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640357" y="2090652"/>
            <a:ext cx="3299755" cy="2297697"/>
            <a:chOff x="0" y="0"/>
            <a:chExt cx="4399674" cy="306359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2700" y="12700"/>
              <a:ext cx="4374261" cy="3038221"/>
            </a:xfrm>
            <a:custGeom>
              <a:avLst/>
              <a:gdLst/>
              <a:ahLst/>
              <a:cxnLst/>
              <a:rect r="r" b="b" t="t" l="l"/>
              <a:pathLst>
                <a:path h="3038221" w="4374261">
                  <a:moveTo>
                    <a:pt x="0" y="146431"/>
                  </a:moveTo>
                  <a:cubicBezTo>
                    <a:pt x="0" y="65532"/>
                    <a:pt x="65786" y="0"/>
                    <a:pt x="146812" y="0"/>
                  </a:cubicBezTo>
                  <a:lnTo>
                    <a:pt x="4227449" y="0"/>
                  </a:lnTo>
                  <a:cubicBezTo>
                    <a:pt x="4308475" y="0"/>
                    <a:pt x="4374261" y="65532"/>
                    <a:pt x="4374261" y="146431"/>
                  </a:cubicBezTo>
                  <a:lnTo>
                    <a:pt x="4374261" y="2891790"/>
                  </a:lnTo>
                  <a:cubicBezTo>
                    <a:pt x="4374261" y="2972689"/>
                    <a:pt x="4308602" y="3038221"/>
                    <a:pt x="4227449" y="3038221"/>
                  </a:cubicBezTo>
                  <a:lnTo>
                    <a:pt x="146812" y="3038221"/>
                  </a:lnTo>
                  <a:cubicBezTo>
                    <a:pt x="65786" y="3038221"/>
                    <a:pt x="0" y="2972689"/>
                    <a:pt x="0" y="2891790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399661" cy="3063621"/>
            </a:xfrm>
            <a:custGeom>
              <a:avLst/>
              <a:gdLst/>
              <a:ahLst/>
              <a:cxnLst/>
              <a:rect r="r" b="b" t="t" l="l"/>
              <a:pathLst>
                <a:path h="3063621" w="4399661">
                  <a:moveTo>
                    <a:pt x="0" y="159131"/>
                  </a:moveTo>
                  <a:cubicBezTo>
                    <a:pt x="0" y="71247"/>
                    <a:pt x="71374" y="0"/>
                    <a:pt x="159512" y="0"/>
                  </a:cubicBezTo>
                  <a:lnTo>
                    <a:pt x="4240149" y="0"/>
                  </a:lnTo>
                  <a:lnTo>
                    <a:pt x="4240149" y="12700"/>
                  </a:lnTo>
                  <a:lnTo>
                    <a:pt x="4240149" y="0"/>
                  </a:lnTo>
                  <a:cubicBezTo>
                    <a:pt x="4328160" y="0"/>
                    <a:pt x="4399661" y="71247"/>
                    <a:pt x="4399661" y="159131"/>
                  </a:cubicBezTo>
                  <a:lnTo>
                    <a:pt x="4386961" y="159131"/>
                  </a:lnTo>
                  <a:lnTo>
                    <a:pt x="4399661" y="159131"/>
                  </a:lnTo>
                  <a:lnTo>
                    <a:pt x="4399661" y="2904490"/>
                  </a:lnTo>
                  <a:lnTo>
                    <a:pt x="4386961" y="2904490"/>
                  </a:lnTo>
                  <a:lnTo>
                    <a:pt x="4399661" y="2904490"/>
                  </a:lnTo>
                  <a:cubicBezTo>
                    <a:pt x="4399661" y="2992374"/>
                    <a:pt x="4328287" y="3063621"/>
                    <a:pt x="4240149" y="3063621"/>
                  </a:cubicBezTo>
                  <a:lnTo>
                    <a:pt x="4240149" y="3050921"/>
                  </a:lnTo>
                  <a:lnTo>
                    <a:pt x="4240149" y="3063621"/>
                  </a:lnTo>
                  <a:lnTo>
                    <a:pt x="159512" y="3063621"/>
                  </a:lnTo>
                  <a:lnTo>
                    <a:pt x="159512" y="3050921"/>
                  </a:lnTo>
                  <a:lnTo>
                    <a:pt x="159512" y="3063621"/>
                  </a:lnTo>
                  <a:cubicBezTo>
                    <a:pt x="71374" y="3063621"/>
                    <a:pt x="0" y="2992374"/>
                    <a:pt x="0" y="2904490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904490"/>
                  </a:lnTo>
                  <a:lnTo>
                    <a:pt x="12700" y="2904490"/>
                  </a:lnTo>
                  <a:lnTo>
                    <a:pt x="25400" y="2904490"/>
                  </a:lnTo>
                  <a:cubicBezTo>
                    <a:pt x="25400" y="2978277"/>
                    <a:pt x="85344" y="3038221"/>
                    <a:pt x="159512" y="3038221"/>
                  </a:cubicBezTo>
                  <a:lnTo>
                    <a:pt x="4240149" y="3038221"/>
                  </a:lnTo>
                  <a:cubicBezTo>
                    <a:pt x="4314190" y="3038221"/>
                    <a:pt x="4374261" y="2978277"/>
                    <a:pt x="4374261" y="2904490"/>
                  </a:cubicBezTo>
                  <a:lnTo>
                    <a:pt x="4374261" y="159131"/>
                  </a:lnTo>
                  <a:cubicBezTo>
                    <a:pt x="4374261" y="85344"/>
                    <a:pt x="4314190" y="25400"/>
                    <a:pt x="4240149" y="25400"/>
                  </a:cubicBezTo>
                  <a:lnTo>
                    <a:pt x="159512" y="25400"/>
                  </a:lnTo>
                  <a:lnTo>
                    <a:pt x="159512" y="12700"/>
                  </a:lnTo>
                  <a:lnTo>
                    <a:pt x="159512" y="25400"/>
                  </a:lnTo>
                  <a:cubicBezTo>
                    <a:pt x="85471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9677343" y="2127647"/>
            <a:ext cx="3225784" cy="2223726"/>
            <a:chOff x="0" y="0"/>
            <a:chExt cx="4301046" cy="2964967"/>
          </a:xfrm>
        </p:grpSpPr>
        <p:sp>
          <p:nvSpPr>
            <p:cNvPr name="Freeform 36" id="36" descr="/mnt/data/course_screenshots/04_cart.png"/>
            <p:cNvSpPr/>
            <p:nvPr/>
          </p:nvSpPr>
          <p:spPr>
            <a:xfrm flipH="false" flipV="false" rot="0">
              <a:off x="0" y="0"/>
              <a:ext cx="4300982" cy="2964942"/>
            </a:xfrm>
            <a:custGeom>
              <a:avLst/>
              <a:gdLst/>
              <a:ahLst/>
              <a:cxnLst/>
              <a:rect r="r" b="b" t="t" l="l"/>
              <a:pathLst>
                <a:path h="2964942" w="4300982">
                  <a:moveTo>
                    <a:pt x="0" y="0"/>
                  </a:moveTo>
                  <a:lnTo>
                    <a:pt x="4300982" y="0"/>
                  </a:lnTo>
                  <a:lnTo>
                    <a:pt x="4300982" y="2964942"/>
                  </a:lnTo>
                  <a:lnTo>
                    <a:pt x="0" y="29649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314" t="0" r="-2316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9677343" y="4735716"/>
            <a:ext cx="3225784" cy="439255"/>
            <a:chOff x="0" y="0"/>
            <a:chExt cx="4301046" cy="585673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Корзина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677343" y="5257333"/>
            <a:ext cx="3225784" cy="439255"/>
            <a:chOff x="0" y="0"/>
            <a:chExt cx="4301046" cy="585673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91"/>
                </a:lnSpc>
              </a:pPr>
              <a:r>
                <a:rPr lang="en-US" sz="1576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заказ и сумма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3964269" y="2090652"/>
            <a:ext cx="3299755" cy="2297697"/>
            <a:chOff x="0" y="0"/>
            <a:chExt cx="4399674" cy="306359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12700" y="12700"/>
              <a:ext cx="4374261" cy="3038221"/>
            </a:xfrm>
            <a:custGeom>
              <a:avLst/>
              <a:gdLst/>
              <a:ahLst/>
              <a:cxnLst/>
              <a:rect r="r" b="b" t="t" l="l"/>
              <a:pathLst>
                <a:path h="3038221" w="4374261">
                  <a:moveTo>
                    <a:pt x="0" y="146431"/>
                  </a:moveTo>
                  <a:cubicBezTo>
                    <a:pt x="0" y="65532"/>
                    <a:pt x="65786" y="0"/>
                    <a:pt x="146812" y="0"/>
                  </a:cubicBezTo>
                  <a:lnTo>
                    <a:pt x="4227449" y="0"/>
                  </a:lnTo>
                  <a:cubicBezTo>
                    <a:pt x="4308475" y="0"/>
                    <a:pt x="4374261" y="65532"/>
                    <a:pt x="4374261" y="146431"/>
                  </a:cubicBezTo>
                  <a:lnTo>
                    <a:pt x="4374261" y="2891790"/>
                  </a:lnTo>
                  <a:cubicBezTo>
                    <a:pt x="4374261" y="2972689"/>
                    <a:pt x="4308602" y="3038221"/>
                    <a:pt x="4227449" y="3038221"/>
                  </a:cubicBezTo>
                  <a:lnTo>
                    <a:pt x="146812" y="3038221"/>
                  </a:lnTo>
                  <a:cubicBezTo>
                    <a:pt x="65786" y="3038221"/>
                    <a:pt x="0" y="2972689"/>
                    <a:pt x="0" y="2891790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399661" cy="3063621"/>
            </a:xfrm>
            <a:custGeom>
              <a:avLst/>
              <a:gdLst/>
              <a:ahLst/>
              <a:cxnLst/>
              <a:rect r="r" b="b" t="t" l="l"/>
              <a:pathLst>
                <a:path h="3063621" w="4399661">
                  <a:moveTo>
                    <a:pt x="0" y="159131"/>
                  </a:moveTo>
                  <a:cubicBezTo>
                    <a:pt x="0" y="71247"/>
                    <a:pt x="71374" y="0"/>
                    <a:pt x="159512" y="0"/>
                  </a:cubicBezTo>
                  <a:lnTo>
                    <a:pt x="4240149" y="0"/>
                  </a:lnTo>
                  <a:lnTo>
                    <a:pt x="4240149" y="12700"/>
                  </a:lnTo>
                  <a:lnTo>
                    <a:pt x="4240149" y="0"/>
                  </a:lnTo>
                  <a:cubicBezTo>
                    <a:pt x="4328160" y="0"/>
                    <a:pt x="4399661" y="71247"/>
                    <a:pt x="4399661" y="159131"/>
                  </a:cubicBezTo>
                  <a:lnTo>
                    <a:pt x="4386961" y="159131"/>
                  </a:lnTo>
                  <a:lnTo>
                    <a:pt x="4399661" y="159131"/>
                  </a:lnTo>
                  <a:lnTo>
                    <a:pt x="4399661" y="2904490"/>
                  </a:lnTo>
                  <a:lnTo>
                    <a:pt x="4386961" y="2904490"/>
                  </a:lnTo>
                  <a:lnTo>
                    <a:pt x="4399661" y="2904490"/>
                  </a:lnTo>
                  <a:cubicBezTo>
                    <a:pt x="4399661" y="2992374"/>
                    <a:pt x="4328287" y="3063621"/>
                    <a:pt x="4240149" y="3063621"/>
                  </a:cubicBezTo>
                  <a:lnTo>
                    <a:pt x="4240149" y="3050921"/>
                  </a:lnTo>
                  <a:lnTo>
                    <a:pt x="4240149" y="3063621"/>
                  </a:lnTo>
                  <a:lnTo>
                    <a:pt x="159512" y="3063621"/>
                  </a:lnTo>
                  <a:lnTo>
                    <a:pt x="159512" y="3050921"/>
                  </a:lnTo>
                  <a:lnTo>
                    <a:pt x="159512" y="3063621"/>
                  </a:lnTo>
                  <a:cubicBezTo>
                    <a:pt x="71374" y="3063621"/>
                    <a:pt x="0" y="2992374"/>
                    <a:pt x="0" y="2904490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904490"/>
                  </a:lnTo>
                  <a:lnTo>
                    <a:pt x="12700" y="2904490"/>
                  </a:lnTo>
                  <a:lnTo>
                    <a:pt x="25400" y="2904490"/>
                  </a:lnTo>
                  <a:cubicBezTo>
                    <a:pt x="25400" y="2978277"/>
                    <a:pt x="85344" y="3038221"/>
                    <a:pt x="159512" y="3038221"/>
                  </a:cubicBezTo>
                  <a:lnTo>
                    <a:pt x="4240149" y="3038221"/>
                  </a:lnTo>
                  <a:cubicBezTo>
                    <a:pt x="4314190" y="3038221"/>
                    <a:pt x="4374261" y="2978277"/>
                    <a:pt x="4374261" y="2904490"/>
                  </a:cubicBezTo>
                  <a:lnTo>
                    <a:pt x="4374261" y="159131"/>
                  </a:lnTo>
                  <a:cubicBezTo>
                    <a:pt x="4374261" y="85344"/>
                    <a:pt x="4314190" y="25400"/>
                    <a:pt x="4240149" y="25400"/>
                  </a:cubicBezTo>
                  <a:lnTo>
                    <a:pt x="159512" y="25400"/>
                  </a:lnTo>
                  <a:lnTo>
                    <a:pt x="159512" y="12700"/>
                  </a:lnTo>
                  <a:lnTo>
                    <a:pt x="159512" y="25400"/>
                  </a:lnTo>
                  <a:cubicBezTo>
                    <a:pt x="85471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4001255" y="2127647"/>
            <a:ext cx="3225784" cy="2223726"/>
            <a:chOff x="0" y="0"/>
            <a:chExt cx="4301046" cy="2964967"/>
          </a:xfrm>
        </p:grpSpPr>
        <p:sp>
          <p:nvSpPr>
            <p:cNvPr name="Freeform 47" id="47" descr="/mnt/data/course_screenshots/05_contacts.png"/>
            <p:cNvSpPr/>
            <p:nvPr/>
          </p:nvSpPr>
          <p:spPr>
            <a:xfrm flipH="false" flipV="false" rot="0">
              <a:off x="0" y="0"/>
              <a:ext cx="4300982" cy="2964942"/>
            </a:xfrm>
            <a:custGeom>
              <a:avLst/>
              <a:gdLst/>
              <a:ahLst/>
              <a:cxnLst/>
              <a:rect r="r" b="b" t="t" l="l"/>
              <a:pathLst>
                <a:path h="2964942" w="4300982">
                  <a:moveTo>
                    <a:pt x="0" y="0"/>
                  </a:moveTo>
                  <a:lnTo>
                    <a:pt x="4300982" y="0"/>
                  </a:lnTo>
                  <a:lnTo>
                    <a:pt x="4300982" y="2964942"/>
                  </a:lnTo>
                  <a:lnTo>
                    <a:pt x="0" y="29649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314" t="0" r="-2316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4001255" y="4735716"/>
            <a:ext cx="3225784" cy="439255"/>
            <a:chOff x="0" y="0"/>
            <a:chExt cx="4301046" cy="585673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Контакты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4001255" y="5257333"/>
            <a:ext cx="3225784" cy="439255"/>
            <a:chOff x="0" y="0"/>
            <a:chExt cx="4301046" cy="585673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301040" cy="585674"/>
            </a:xfrm>
            <a:custGeom>
              <a:avLst/>
              <a:gdLst/>
              <a:ahLst/>
              <a:cxnLst/>
              <a:rect r="r" b="b" t="t" l="l"/>
              <a:pathLst>
                <a:path h="585674" w="4301040">
                  <a:moveTo>
                    <a:pt x="0" y="0"/>
                  </a:moveTo>
                  <a:lnTo>
                    <a:pt x="4301040" y="0"/>
                  </a:lnTo>
                  <a:lnTo>
                    <a:pt x="4301040" y="585674"/>
                  </a:lnTo>
                  <a:lnTo>
                    <a:pt x="0" y="585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093" r="0" b="-93093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4301046" cy="5856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91"/>
                </a:lnSpc>
              </a:pPr>
              <a:r>
                <a:rPr lang="en-US" sz="1576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связь и адрес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706308" y="6922465"/>
            <a:ext cx="7019696" cy="2146706"/>
            <a:chOff x="0" y="0"/>
            <a:chExt cx="9359595" cy="286227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12700" y="12700"/>
              <a:ext cx="9334119" cy="2836926"/>
            </a:xfrm>
            <a:custGeom>
              <a:avLst/>
              <a:gdLst/>
              <a:ahLst/>
              <a:cxnLst/>
              <a:rect r="r" b="b" t="t" l="l"/>
              <a:pathLst>
                <a:path h="2836926" w="9334119">
                  <a:moveTo>
                    <a:pt x="0" y="146431"/>
                  </a:moveTo>
                  <a:cubicBezTo>
                    <a:pt x="0" y="65532"/>
                    <a:pt x="65913" y="0"/>
                    <a:pt x="147320" y="0"/>
                  </a:cubicBezTo>
                  <a:lnTo>
                    <a:pt x="9186799" y="0"/>
                  </a:lnTo>
                  <a:cubicBezTo>
                    <a:pt x="9268206" y="0"/>
                    <a:pt x="9334119" y="65532"/>
                    <a:pt x="9334119" y="146431"/>
                  </a:cubicBezTo>
                  <a:lnTo>
                    <a:pt x="9334119" y="2690495"/>
                  </a:lnTo>
                  <a:cubicBezTo>
                    <a:pt x="9334119" y="2771394"/>
                    <a:pt x="9268206" y="2836926"/>
                    <a:pt x="9186799" y="2836926"/>
                  </a:cubicBezTo>
                  <a:lnTo>
                    <a:pt x="147320" y="2836926"/>
                  </a:lnTo>
                  <a:cubicBezTo>
                    <a:pt x="65913" y="2836926"/>
                    <a:pt x="0" y="2771394"/>
                    <a:pt x="0" y="2690495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9359519" cy="2862326"/>
            </a:xfrm>
            <a:custGeom>
              <a:avLst/>
              <a:gdLst/>
              <a:ahLst/>
              <a:cxnLst/>
              <a:rect r="r" b="b" t="t" l="l"/>
              <a:pathLst>
                <a:path h="2862326" w="9359519">
                  <a:moveTo>
                    <a:pt x="0" y="159131"/>
                  </a:moveTo>
                  <a:cubicBezTo>
                    <a:pt x="0" y="71120"/>
                    <a:pt x="71755" y="0"/>
                    <a:pt x="160020" y="0"/>
                  </a:cubicBezTo>
                  <a:lnTo>
                    <a:pt x="9199499" y="0"/>
                  </a:lnTo>
                  <a:lnTo>
                    <a:pt x="9199499" y="12700"/>
                  </a:lnTo>
                  <a:lnTo>
                    <a:pt x="9199499" y="0"/>
                  </a:lnTo>
                  <a:cubicBezTo>
                    <a:pt x="9287764" y="0"/>
                    <a:pt x="9359519" y="71120"/>
                    <a:pt x="9359519" y="159131"/>
                  </a:cubicBezTo>
                  <a:lnTo>
                    <a:pt x="9346819" y="159131"/>
                  </a:lnTo>
                  <a:lnTo>
                    <a:pt x="9359519" y="159131"/>
                  </a:lnTo>
                  <a:lnTo>
                    <a:pt x="9359519" y="2703195"/>
                  </a:lnTo>
                  <a:lnTo>
                    <a:pt x="9346819" y="2703195"/>
                  </a:lnTo>
                  <a:lnTo>
                    <a:pt x="9359519" y="2703195"/>
                  </a:lnTo>
                  <a:cubicBezTo>
                    <a:pt x="9359519" y="2791206"/>
                    <a:pt x="9287764" y="2862326"/>
                    <a:pt x="9199499" y="2862326"/>
                  </a:cubicBezTo>
                  <a:lnTo>
                    <a:pt x="9199499" y="2849626"/>
                  </a:lnTo>
                  <a:lnTo>
                    <a:pt x="9199499" y="2862326"/>
                  </a:lnTo>
                  <a:lnTo>
                    <a:pt x="160020" y="2862326"/>
                  </a:lnTo>
                  <a:lnTo>
                    <a:pt x="160020" y="2849626"/>
                  </a:lnTo>
                  <a:lnTo>
                    <a:pt x="160020" y="2862326"/>
                  </a:lnTo>
                  <a:cubicBezTo>
                    <a:pt x="71755" y="2862326"/>
                    <a:pt x="0" y="2791206"/>
                    <a:pt x="0" y="2703195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703195"/>
                  </a:lnTo>
                  <a:lnTo>
                    <a:pt x="12700" y="2703195"/>
                  </a:lnTo>
                  <a:lnTo>
                    <a:pt x="25400" y="2703195"/>
                  </a:lnTo>
                  <a:cubicBezTo>
                    <a:pt x="25400" y="2776982"/>
                    <a:pt x="85598" y="2836926"/>
                    <a:pt x="160020" y="2836926"/>
                  </a:cubicBezTo>
                  <a:lnTo>
                    <a:pt x="9199499" y="2836926"/>
                  </a:lnTo>
                  <a:cubicBezTo>
                    <a:pt x="9273921" y="2836926"/>
                    <a:pt x="9334119" y="2776982"/>
                    <a:pt x="9334119" y="2703195"/>
                  </a:cubicBezTo>
                  <a:lnTo>
                    <a:pt x="9334119" y="159131"/>
                  </a:lnTo>
                  <a:cubicBezTo>
                    <a:pt x="9334119" y="85344"/>
                    <a:pt x="9273921" y="25400"/>
                    <a:pt x="9199499" y="25400"/>
                  </a:cubicBezTo>
                  <a:lnTo>
                    <a:pt x="160020" y="25400"/>
                  </a:lnTo>
                  <a:lnTo>
                    <a:pt x="160020" y="12700"/>
                  </a:lnTo>
                  <a:lnTo>
                    <a:pt x="160020" y="25400"/>
                  </a:lnTo>
                  <a:cubicBezTo>
                    <a:pt x="85598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2017833" y="7179078"/>
            <a:ext cx="6396657" cy="494167"/>
            <a:chOff x="0" y="0"/>
            <a:chExt cx="8528876" cy="65888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528871" cy="658883"/>
            </a:xfrm>
            <a:custGeom>
              <a:avLst/>
              <a:gdLst/>
              <a:ahLst/>
              <a:cxnLst/>
              <a:rect r="r" b="b" t="t" l="l"/>
              <a:pathLst>
                <a:path h="658883" w="8528871">
                  <a:moveTo>
                    <a:pt x="0" y="0"/>
                  </a:moveTo>
                  <a:lnTo>
                    <a:pt x="8528871" y="0"/>
                  </a:lnTo>
                  <a:lnTo>
                    <a:pt x="8528871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22" r="0" b="-20222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8528876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Папки проекта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2017833" y="7783049"/>
            <a:ext cx="6396657" cy="1084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css/style.css - внешний вид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js/data.js - список товаров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js/app.js - логика интерфейса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images/ - изображения сайта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9599171" y="6922465"/>
            <a:ext cx="7019696" cy="2146706"/>
            <a:chOff x="0" y="0"/>
            <a:chExt cx="9359595" cy="2862275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12700" y="12700"/>
              <a:ext cx="9334119" cy="2836926"/>
            </a:xfrm>
            <a:custGeom>
              <a:avLst/>
              <a:gdLst/>
              <a:ahLst/>
              <a:cxnLst/>
              <a:rect r="r" b="b" t="t" l="l"/>
              <a:pathLst>
                <a:path h="2836926" w="9334119">
                  <a:moveTo>
                    <a:pt x="0" y="146431"/>
                  </a:moveTo>
                  <a:cubicBezTo>
                    <a:pt x="0" y="65532"/>
                    <a:pt x="65913" y="0"/>
                    <a:pt x="147320" y="0"/>
                  </a:cubicBezTo>
                  <a:lnTo>
                    <a:pt x="9186799" y="0"/>
                  </a:lnTo>
                  <a:cubicBezTo>
                    <a:pt x="9268206" y="0"/>
                    <a:pt x="9334119" y="65532"/>
                    <a:pt x="9334119" y="146431"/>
                  </a:cubicBezTo>
                  <a:lnTo>
                    <a:pt x="9334119" y="2690495"/>
                  </a:lnTo>
                  <a:cubicBezTo>
                    <a:pt x="9334119" y="2771394"/>
                    <a:pt x="9268206" y="2836926"/>
                    <a:pt x="9186799" y="2836926"/>
                  </a:cubicBezTo>
                  <a:lnTo>
                    <a:pt x="147320" y="2836926"/>
                  </a:lnTo>
                  <a:cubicBezTo>
                    <a:pt x="65913" y="2836926"/>
                    <a:pt x="0" y="2771394"/>
                    <a:pt x="0" y="2690495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359519" cy="2862326"/>
            </a:xfrm>
            <a:custGeom>
              <a:avLst/>
              <a:gdLst/>
              <a:ahLst/>
              <a:cxnLst/>
              <a:rect r="r" b="b" t="t" l="l"/>
              <a:pathLst>
                <a:path h="2862326" w="9359519">
                  <a:moveTo>
                    <a:pt x="0" y="159131"/>
                  </a:moveTo>
                  <a:cubicBezTo>
                    <a:pt x="0" y="71120"/>
                    <a:pt x="71755" y="0"/>
                    <a:pt x="160020" y="0"/>
                  </a:cubicBezTo>
                  <a:lnTo>
                    <a:pt x="9199499" y="0"/>
                  </a:lnTo>
                  <a:lnTo>
                    <a:pt x="9199499" y="12700"/>
                  </a:lnTo>
                  <a:lnTo>
                    <a:pt x="9199499" y="0"/>
                  </a:lnTo>
                  <a:cubicBezTo>
                    <a:pt x="9287764" y="0"/>
                    <a:pt x="9359519" y="71120"/>
                    <a:pt x="9359519" y="159131"/>
                  </a:cubicBezTo>
                  <a:lnTo>
                    <a:pt x="9346819" y="159131"/>
                  </a:lnTo>
                  <a:lnTo>
                    <a:pt x="9359519" y="159131"/>
                  </a:lnTo>
                  <a:lnTo>
                    <a:pt x="9359519" y="2703195"/>
                  </a:lnTo>
                  <a:lnTo>
                    <a:pt x="9346819" y="2703195"/>
                  </a:lnTo>
                  <a:lnTo>
                    <a:pt x="9359519" y="2703195"/>
                  </a:lnTo>
                  <a:cubicBezTo>
                    <a:pt x="9359519" y="2791206"/>
                    <a:pt x="9287764" y="2862326"/>
                    <a:pt x="9199499" y="2862326"/>
                  </a:cubicBezTo>
                  <a:lnTo>
                    <a:pt x="9199499" y="2849626"/>
                  </a:lnTo>
                  <a:lnTo>
                    <a:pt x="9199499" y="2862326"/>
                  </a:lnTo>
                  <a:lnTo>
                    <a:pt x="160020" y="2862326"/>
                  </a:lnTo>
                  <a:lnTo>
                    <a:pt x="160020" y="2849626"/>
                  </a:lnTo>
                  <a:lnTo>
                    <a:pt x="160020" y="2862326"/>
                  </a:lnTo>
                  <a:cubicBezTo>
                    <a:pt x="71755" y="2862326"/>
                    <a:pt x="0" y="2791206"/>
                    <a:pt x="0" y="2703195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703195"/>
                  </a:lnTo>
                  <a:lnTo>
                    <a:pt x="12700" y="2703195"/>
                  </a:lnTo>
                  <a:lnTo>
                    <a:pt x="25400" y="2703195"/>
                  </a:lnTo>
                  <a:cubicBezTo>
                    <a:pt x="25400" y="2776982"/>
                    <a:pt x="85598" y="2836926"/>
                    <a:pt x="160020" y="2836926"/>
                  </a:cubicBezTo>
                  <a:lnTo>
                    <a:pt x="9199499" y="2836926"/>
                  </a:lnTo>
                  <a:cubicBezTo>
                    <a:pt x="9273921" y="2836926"/>
                    <a:pt x="9334119" y="2776982"/>
                    <a:pt x="9334119" y="2703195"/>
                  </a:cubicBezTo>
                  <a:lnTo>
                    <a:pt x="9334119" y="159131"/>
                  </a:lnTo>
                  <a:cubicBezTo>
                    <a:pt x="9334119" y="85344"/>
                    <a:pt x="9273921" y="25400"/>
                    <a:pt x="9199499" y="25400"/>
                  </a:cubicBezTo>
                  <a:lnTo>
                    <a:pt x="160020" y="25400"/>
                  </a:lnTo>
                  <a:lnTo>
                    <a:pt x="160020" y="12700"/>
                  </a:lnTo>
                  <a:lnTo>
                    <a:pt x="160020" y="25400"/>
                  </a:lnTo>
                  <a:cubicBezTo>
                    <a:pt x="85598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9910696" y="7179078"/>
            <a:ext cx="6396657" cy="494167"/>
            <a:chOff x="0" y="0"/>
            <a:chExt cx="8528876" cy="658889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8528871" cy="658883"/>
            </a:xfrm>
            <a:custGeom>
              <a:avLst/>
              <a:gdLst/>
              <a:ahLst/>
              <a:cxnLst/>
              <a:rect r="r" b="b" t="t" l="l"/>
              <a:pathLst>
                <a:path h="658883" w="8528871">
                  <a:moveTo>
                    <a:pt x="0" y="0"/>
                  </a:moveTo>
                  <a:lnTo>
                    <a:pt x="8528871" y="0"/>
                  </a:lnTo>
                  <a:lnTo>
                    <a:pt x="8528871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2222" r="0" b="-202223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9525"/>
              <a:ext cx="8528876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Почему структура удобная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9910696" y="7783049"/>
            <a:ext cx="6396657" cy="1084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файлы разделены по назначению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легко объяснить каждый модуль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можно расширять каталог без переписывания страниц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2235" y="480431"/>
            <a:ext cx="10706843" cy="549069"/>
            <a:chOff x="0" y="0"/>
            <a:chExt cx="14275791" cy="7320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75794" cy="732092"/>
            </a:xfrm>
            <a:custGeom>
              <a:avLst/>
              <a:gdLst/>
              <a:ahLst/>
              <a:cxnLst/>
              <a:rect r="r" b="b" t="t" l="l"/>
              <a:pathLst>
                <a:path h="732092" w="14275794">
                  <a:moveTo>
                    <a:pt x="0" y="0"/>
                  </a:moveTo>
                  <a:lnTo>
                    <a:pt x="14275794" y="0"/>
                  </a:lnTo>
                  <a:lnTo>
                    <a:pt x="14275794" y="732092"/>
                  </a:lnTo>
                  <a:lnTo>
                    <a:pt x="0" y="7320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9958" r="0" b="-32995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4275791" cy="732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2"/>
                </a:lnSpc>
              </a:pPr>
              <a:r>
                <a:rPr lang="en-US" sz="2702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Использованные технологии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2235" y="1056961"/>
            <a:ext cx="11667715" cy="343167"/>
            <a:chOff x="0" y="0"/>
            <a:chExt cx="15556954" cy="4575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556954" cy="457557"/>
            </a:xfrm>
            <a:custGeom>
              <a:avLst/>
              <a:gdLst/>
              <a:ahLst/>
              <a:cxnLst/>
              <a:rect r="r" b="b" t="t" l="l"/>
              <a:pathLst>
                <a:path h="457557" w="15556954">
                  <a:moveTo>
                    <a:pt x="0" y="0"/>
                  </a:moveTo>
                  <a:lnTo>
                    <a:pt x="15556954" y="0"/>
                  </a:lnTo>
                  <a:lnTo>
                    <a:pt x="15556954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2491" r="0" b="-612491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15556954" cy="4670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1"/>
                </a:lnSpc>
              </a:pPr>
              <a:r>
                <a:rPr lang="en-US" sz="1275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Проект выполнен на базовых фронтенд-технологиях без backend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82701" y="1472956"/>
            <a:ext cx="16491137" cy="19069"/>
            <a:chOff x="0" y="0"/>
            <a:chExt cx="21988183" cy="2542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00" y="0"/>
              <a:ext cx="21962745" cy="25400"/>
            </a:xfrm>
            <a:custGeom>
              <a:avLst/>
              <a:gdLst/>
              <a:ahLst/>
              <a:cxnLst/>
              <a:rect r="r" b="b" t="t" l="l"/>
              <a:pathLst>
                <a:path h="25400" w="21962745">
                  <a:moveTo>
                    <a:pt x="0" y="0"/>
                  </a:moveTo>
                  <a:lnTo>
                    <a:pt x="21962745" y="0"/>
                  </a:lnTo>
                  <a:lnTo>
                    <a:pt x="2196274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091289" y="1816122"/>
            <a:ext cx="8241373" cy="6045098"/>
            <a:chOff x="0" y="0"/>
            <a:chExt cx="10988497" cy="806013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700" y="12700"/>
              <a:ext cx="10963148" cy="8034782"/>
            </a:xfrm>
            <a:custGeom>
              <a:avLst/>
              <a:gdLst/>
              <a:ahLst/>
              <a:cxnLst/>
              <a:rect r="r" b="b" t="t" l="l"/>
              <a:pathLst>
                <a:path h="8034782" w="10963148">
                  <a:moveTo>
                    <a:pt x="0" y="146431"/>
                  </a:moveTo>
                  <a:cubicBezTo>
                    <a:pt x="0" y="65532"/>
                    <a:pt x="65659" y="0"/>
                    <a:pt x="146558" y="0"/>
                  </a:cubicBezTo>
                  <a:lnTo>
                    <a:pt x="10816590" y="0"/>
                  </a:lnTo>
                  <a:cubicBezTo>
                    <a:pt x="10897489" y="0"/>
                    <a:pt x="10963148" y="65532"/>
                    <a:pt x="10963148" y="146431"/>
                  </a:cubicBezTo>
                  <a:lnTo>
                    <a:pt x="10963148" y="7888351"/>
                  </a:lnTo>
                  <a:cubicBezTo>
                    <a:pt x="10963148" y="7969250"/>
                    <a:pt x="10897489" y="8034782"/>
                    <a:pt x="10816590" y="8034782"/>
                  </a:cubicBezTo>
                  <a:lnTo>
                    <a:pt x="146558" y="8034782"/>
                  </a:lnTo>
                  <a:cubicBezTo>
                    <a:pt x="65659" y="8034782"/>
                    <a:pt x="0" y="7969123"/>
                    <a:pt x="0" y="7888351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88548" cy="8060182"/>
            </a:xfrm>
            <a:custGeom>
              <a:avLst/>
              <a:gdLst/>
              <a:ahLst/>
              <a:cxnLst/>
              <a:rect r="r" b="b" t="t" l="l"/>
              <a:pathLst>
                <a:path h="8060182" w="10988548">
                  <a:moveTo>
                    <a:pt x="0" y="159131"/>
                  </a:moveTo>
                  <a:cubicBezTo>
                    <a:pt x="0" y="71247"/>
                    <a:pt x="71247" y="0"/>
                    <a:pt x="159258" y="0"/>
                  </a:cubicBezTo>
                  <a:lnTo>
                    <a:pt x="10829290" y="0"/>
                  </a:lnTo>
                  <a:lnTo>
                    <a:pt x="10829290" y="12700"/>
                  </a:lnTo>
                  <a:lnTo>
                    <a:pt x="10829290" y="0"/>
                  </a:lnTo>
                  <a:cubicBezTo>
                    <a:pt x="10917174" y="0"/>
                    <a:pt x="10988548" y="71247"/>
                    <a:pt x="10988548" y="159131"/>
                  </a:cubicBezTo>
                  <a:lnTo>
                    <a:pt x="10975848" y="159131"/>
                  </a:lnTo>
                  <a:lnTo>
                    <a:pt x="10988548" y="159131"/>
                  </a:lnTo>
                  <a:lnTo>
                    <a:pt x="10988548" y="7901051"/>
                  </a:lnTo>
                  <a:lnTo>
                    <a:pt x="10975848" y="7901051"/>
                  </a:lnTo>
                  <a:lnTo>
                    <a:pt x="10988548" y="7901051"/>
                  </a:lnTo>
                  <a:cubicBezTo>
                    <a:pt x="10988548" y="7988935"/>
                    <a:pt x="10917301" y="8060182"/>
                    <a:pt x="10829290" y="8060182"/>
                  </a:cubicBezTo>
                  <a:lnTo>
                    <a:pt x="10829290" y="8047482"/>
                  </a:lnTo>
                  <a:lnTo>
                    <a:pt x="10829290" y="8060182"/>
                  </a:lnTo>
                  <a:lnTo>
                    <a:pt x="159258" y="8060182"/>
                  </a:lnTo>
                  <a:lnTo>
                    <a:pt x="159258" y="8047482"/>
                  </a:lnTo>
                  <a:lnTo>
                    <a:pt x="159258" y="8060182"/>
                  </a:lnTo>
                  <a:cubicBezTo>
                    <a:pt x="71247" y="8060182"/>
                    <a:pt x="0" y="7988935"/>
                    <a:pt x="0" y="7901051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7901051"/>
                  </a:lnTo>
                  <a:lnTo>
                    <a:pt x="12700" y="7901051"/>
                  </a:lnTo>
                  <a:lnTo>
                    <a:pt x="25400" y="7901051"/>
                  </a:lnTo>
                  <a:cubicBezTo>
                    <a:pt x="25400" y="7974838"/>
                    <a:pt x="85344" y="8034782"/>
                    <a:pt x="159258" y="8034782"/>
                  </a:cubicBezTo>
                  <a:lnTo>
                    <a:pt x="10829290" y="8034782"/>
                  </a:lnTo>
                  <a:cubicBezTo>
                    <a:pt x="10903204" y="8034782"/>
                    <a:pt x="10963148" y="7974964"/>
                    <a:pt x="10963148" y="7901051"/>
                  </a:cubicBezTo>
                  <a:lnTo>
                    <a:pt x="10963148" y="159131"/>
                  </a:lnTo>
                  <a:cubicBezTo>
                    <a:pt x="10963021" y="85344"/>
                    <a:pt x="10903204" y="25400"/>
                    <a:pt x="10829290" y="25400"/>
                  </a:cubicBezTo>
                  <a:lnTo>
                    <a:pt x="159258" y="25400"/>
                  </a:lnTo>
                  <a:lnTo>
                    <a:pt x="159258" y="12700"/>
                  </a:lnTo>
                  <a:lnTo>
                    <a:pt x="159258" y="25400"/>
                  </a:lnTo>
                  <a:cubicBezTo>
                    <a:pt x="85344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28274" y="1853108"/>
            <a:ext cx="8167402" cy="5971127"/>
            <a:chOff x="0" y="0"/>
            <a:chExt cx="10889869" cy="7961503"/>
          </a:xfrm>
        </p:grpSpPr>
        <p:sp>
          <p:nvSpPr>
            <p:cNvPr name="Freeform 14" id="14" descr="/mnt/data/course_screenshots/02_catalog.png"/>
            <p:cNvSpPr/>
            <p:nvPr/>
          </p:nvSpPr>
          <p:spPr>
            <a:xfrm flipH="false" flipV="false" rot="0">
              <a:off x="0" y="0"/>
              <a:ext cx="10889869" cy="7961503"/>
            </a:xfrm>
            <a:custGeom>
              <a:avLst/>
              <a:gdLst/>
              <a:ahLst/>
              <a:cxnLst/>
              <a:rect r="r" b="b" t="t" l="l"/>
              <a:pathLst>
                <a:path h="7961503" w="10889869">
                  <a:moveTo>
                    <a:pt x="0" y="0"/>
                  </a:moveTo>
                  <a:lnTo>
                    <a:pt x="10889869" y="0"/>
                  </a:lnTo>
                  <a:lnTo>
                    <a:pt x="10889869" y="7961503"/>
                  </a:lnTo>
                  <a:lnTo>
                    <a:pt x="0" y="79615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5481" t="0" r="-5481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116063" y="1884759"/>
            <a:ext cx="7088324" cy="1776089"/>
            <a:chOff x="0" y="0"/>
            <a:chExt cx="9451099" cy="236811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" y="12700"/>
              <a:ext cx="9425686" cy="2342769"/>
            </a:xfrm>
            <a:custGeom>
              <a:avLst/>
              <a:gdLst/>
              <a:ahLst/>
              <a:cxnLst/>
              <a:rect r="r" b="b" t="t" l="l"/>
              <a:pathLst>
                <a:path h="2342769" w="9425686">
                  <a:moveTo>
                    <a:pt x="0" y="146431"/>
                  </a:moveTo>
                  <a:cubicBezTo>
                    <a:pt x="0" y="65532"/>
                    <a:pt x="66040" y="0"/>
                    <a:pt x="147574" y="0"/>
                  </a:cubicBezTo>
                  <a:lnTo>
                    <a:pt x="9278112" y="0"/>
                  </a:lnTo>
                  <a:cubicBezTo>
                    <a:pt x="9359646" y="0"/>
                    <a:pt x="9425686" y="65532"/>
                    <a:pt x="9425686" y="146431"/>
                  </a:cubicBezTo>
                  <a:lnTo>
                    <a:pt x="9425686" y="2196338"/>
                  </a:lnTo>
                  <a:cubicBezTo>
                    <a:pt x="9425686" y="2277237"/>
                    <a:pt x="9359646" y="2342769"/>
                    <a:pt x="9278112" y="2342769"/>
                  </a:cubicBezTo>
                  <a:lnTo>
                    <a:pt x="147574" y="2342769"/>
                  </a:lnTo>
                  <a:cubicBezTo>
                    <a:pt x="66040" y="2342642"/>
                    <a:pt x="0" y="2277110"/>
                    <a:pt x="0" y="2196338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451086" cy="2368169"/>
            </a:xfrm>
            <a:custGeom>
              <a:avLst/>
              <a:gdLst/>
              <a:ahLst/>
              <a:cxnLst/>
              <a:rect r="r" b="b" t="t" l="l"/>
              <a:pathLst>
                <a:path h="2368169" w="9451086">
                  <a:moveTo>
                    <a:pt x="0" y="159131"/>
                  </a:moveTo>
                  <a:cubicBezTo>
                    <a:pt x="0" y="71120"/>
                    <a:pt x="71882" y="0"/>
                    <a:pt x="160274" y="0"/>
                  </a:cubicBezTo>
                  <a:lnTo>
                    <a:pt x="9290812" y="0"/>
                  </a:lnTo>
                  <a:lnTo>
                    <a:pt x="9290812" y="12700"/>
                  </a:lnTo>
                  <a:lnTo>
                    <a:pt x="9290812" y="0"/>
                  </a:lnTo>
                  <a:cubicBezTo>
                    <a:pt x="9379204" y="0"/>
                    <a:pt x="9451086" y="71120"/>
                    <a:pt x="9451086" y="159131"/>
                  </a:cubicBezTo>
                  <a:lnTo>
                    <a:pt x="9438386" y="159131"/>
                  </a:lnTo>
                  <a:lnTo>
                    <a:pt x="9451086" y="159131"/>
                  </a:lnTo>
                  <a:lnTo>
                    <a:pt x="9451086" y="2209038"/>
                  </a:lnTo>
                  <a:lnTo>
                    <a:pt x="9438386" y="2209038"/>
                  </a:lnTo>
                  <a:lnTo>
                    <a:pt x="9451086" y="2209038"/>
                  </a:lnTo>
                  <a:cubicBezTo>
                    <a:pt x="9451086" y="2297049"/>
                    <a:pt x="9379204" y="2368169"/>
                    <a:pt x="9290812" y="2368169"/>
                  </a:cubicBezTo>
                  <a:lnTo>
                    <a:pt x="9290812" y="2355469"/>
                  </a:lnTo>
                  <a:lnTo>
                    <a:pt x="9290812" y="2368169"/>
                  </a:lnTo>
                  <a:lnTo>
                    <a:pt x="160274" y="2368169"/>
                  </a:lnTo>
                  <a:lnTo>
                    <a:pt x="160274" y="2355469"/>
                  </a:lnTo>
                  <a:lnTo>
                    <a:pt x="160274" y="2368169"/>
                  </a:lnTo>
                  <a:cubicBezTo>
                    <a:pt x="71882" y="2368169"/>
                    <a:pt x="0" y="2296922"/>
                    <a:pt x="0" y="2209038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209038"/>
                  </a:lnTo>
                  <a:lnTo>
                    <a:pt x="12700" y="2209038"/>
                  </a:lnTo>
                  <a:lnTo>
                    <a:pt x="25400" y="2209038"/>
                  </a:lnTo>
                  <a:cubicBezTo>
                    <a:pt x="25400" y="2282825"/>
                    <a:pt x="85725" y="2342769"/>
                    <a:pt x="160274" y="2342769"/>
                  </a:cubicBezTo>
                  <a:lnTo>
                    <a:pt x="9290812" y="2342769"/>
                  </a:lnTo>
                  <a:cubicBezTo>
                    <a:pt x="9365361" y="2342769"/>
                    <a:pt x="9425686" y="2282825"/>
                    <a:pt x="9425686" y="2209038"/>
                  </a:cubicBezTo>
                  <a:lnTo>
                    <a:pt x="9425686" y="159131"/>
                  </a:lnTo>
                  <a:cubicBezTo>
                    <a:pt x="9425686" y="85344"/>
                    <a:pt x="9365361" y="25400"/>
                    <a:pt x="9290812" y="25400"/>
                  </a:cubicBezTo>
                  <a:lnTo>
                    <a:pt x="160274" y="25400"/>
                  </a:lnTo>
                  <a:lnTo>
                    <a:pt x="160274" y="12700"/>
                  </a:lnTo>
                  <a:lnTo>
                    <a:pt x="160274" y="25400"/>
                  </a:lnTo>
                  <a:cubicBezTo>
                    <a:pt x="85725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427578" y="2141372"/>
            <a:ext cx="6465284" cy="494167"/>
            <a:chOff x="0" y="0"/>
            <a:chExt cx="8620379" cy="65888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20382" cy="658883"/>
            </a:xfrm>
            <a:custGeom>
              <a:avLst/>
              <a:gdLst/>
              <a:ahLst/>
              <a:cxnLst/>
              <a:rect r="r" b="b" t="t" l="l"/>
              <a:pathLst>
                <a:path h="658883" w="8620382">
                  <a:moveTo>
                    <a:pt x="0" y="0"/>
                  </a:moveTo>
                  <a:lnTo>
                    <a:pt x="8620382" y="0"/>
                  </a:lnTo>
                  <a:lnTo>
                    <a:pt x="8620382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4928" r="0" b="-2049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8620379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HTML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427578" y="2745343"/>
            <a:ext cx="6465284" cy="713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структура страниц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семантические блоки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формы и навигация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16063" y="4135936"/>
            <a:ext cx="7088324" cy="1776089"/>
            <a:chOff x="0" y="0"/>
            <a:chExt cx="9451099" cy="236811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2700" y="12700"/>
              <a:ext cx="9425686" cy="2342769"/>
            </a:xfrm>
            <a:custGeom>
              <a:avLst/>
              <a:gdLst/>
              <a:ahLst/>
              <a:cxnLst/>
              <a:rect r="r" b="b" t="t" l="l"/>
              <a:pathLst>
                <a:path h="2342769" w="9425686">
                  <a:moveTo>
                    <a:pt x="0" y="146431"/>
                  </a:moveTo>
                  <a:cubicBezTo>
                    <a:pt x="0" y="65532"/>
                    <a:pt x="66040" y="0"/>
                    <a:pt x="147574" y="0"/>
                  </a:cubicBezTo>
                  <a:lnTo>
                    <a:pt x="9278112" y="0"/>
                  </a:lnTo>
                  <a:cubicBezTo>
                    <a:pt x="9359646" y="0"/>
                    <a:pt x="9425686" y="65532"/>
                    <a:pt x="9425686" y="146431"/>
                  </a:cubicBezTo>
                  <a:lnTo>
                    <a:pt x="9425686" y="2196338"/>
                  </a:lnTo>
                  <a:cubicBezTo>
                    <a:pt x="9425686" y="2277237"/>
                    <a:pt x="9359646" y="2342769"/>
                    <a:pt x="9278112" y="2342769"/>
                  </a:cubicBezTo>
                  <a:lnTo>
                    <a:pt x="147574" y="2342769"/>
                  </a:lnTo>
                  <a:cubicBezTo>
                    <a:pt x="66040" y="2342642"/>
                    <a:pt x="0" y="2277110"/>
                    <a:pt x="0" y="2196338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451086" cy="2368169"/>
            </a:xfrm>
            <a:custGeom>
              <a:avLst/>
              <a:gdLst/>
              <a:ahLst/>
              <a:cxnLst/>
              <a:rect r="r" b="b" t="t" l="l"/>
              <a:pathLst>
                <a:path h="2368169" w="9451086">
                  <a:moveTo>
                    <a:pt x="0" y="159131"/>
                  </a:moveTo>
                  <a:cubicBezTo>
                    <a:pt x="0" y="71120"/>
                    <a:pt x="71882" y="0"/>
                    <a:pt x="160274" y="0"/>
                  </a:cubicBezTo>
                  <a:lnTo>
                    <a:pt x="9290812" y="0"/>
                  </a:lnTo>
                  <a:lnTo>
                    <a:pt x="9290812" y="12700"/>
                  </a:lnTo>
                  <a:lnTo>
                    <a:pt x="9290812" y="0"/>
                  </a:lnTo>
                  <a:cubicBezTo>
                    <a:pt x="9379204" y="0"/>
                    <a:pt x="9451086" y="71120"/>
                    <a:pt x="9451086" y="159131"/>
                  </a:cubicBezTo>
                  <a:lnTo>
                    <a:pt x="9438386" y="159131"/>
                  </a:lnTo>
                  <a:lnTo>
                    <a:pt x="9451086" y="159131"/>
                  </a:lnTo>
                  <a:lnTo>
                    <a:pt x="9451086" y="2209038"/>
                  </a:lnTo>
                  <a:lnTo>
                    <a:pt x="9438386" y="2209038"/>
                  </a:lnTo>
                  <a:lnTo>
                    <a:pt x="9451086" y="2209038"/>
                  </a:lnTo>
                  <a:cubicBezTo>
                    <a:pt x="9451086" y="2297049"/>
                    <a:pt x="9379204" y="2368169"/>
                    <a:pt x="9290812" y="2368169"/>
                  </a:cubicBezTo>
                  <a:lnTo>
                    <a:pt x="9290812" y="2355469"/>
                  </a:lnTo>
                  <a:lnTo>
                    <a:pt x="9290812" y="2368169"/>
                  </a:lnTo>
                  <a:lnTo>
                    <a:pt x="160274" y="2368169"/>
                  </a:lnTo>
                  <a:lnTo>
                    <a:pt x="160274" y="2355469"/>
                  </a:lnTo>
                  <a:lnTo>
                    <a:pt x="160274" y="2368169"/>
                  </a:lnTo>
                  <a:cubicBezTo>
                    <a:pt x="71882" y="2368169"/>
                    <a:pt x="0" y="2296922"/>
                    <a:pt x="0" y="2209038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209038"/>
                  </a:lnTo>
                  <a:lnTo>
                    <a:pt x="12700" y="2209038"/>
                  </a:lnTo>
                  <a:lnTo>
                    <a:pt x="25400" y="2209038"/>
                  </a:lnTo>
                  <a:cubicBezTo>
                    <a:pt x="25400" y="2282825"/>
                    <a:pt x="85725" y="2342769"/>
                    <a:pt x="160274" y="2342769"/>
                  </a:cubicBezTo>
                  <a:lnTo>
                    <a:pt x="9290812" y="2342769"/>
                  </a:lnTo>
                  <a:cubicBezTo>
                    <a:pt x="9365361" y="2342769"/>
                    <a:pt x="9425686" y="2282825"/>
                    <a:pt x="9425686" y="2209038"/>
                  </a:cubicBezTo>
                  <a:lnTo>
                    <a:pt x="9425686" y="159131"/>
                  </a:lnTo>
                  <a:cubicBezTo>
                    <a:pt x="9425686" y="85344"/>
                    <a:pt x="9365361" y="25400"/>
                    <a:pt x="9290812" y="25400"/>
                  </a:cubicBezTo>
                  <a:lnTo>
                    <a:pt x="160274" y="25400"/>
                  </a:lnTo>
                  <a:lnTo>
                    <a:pt x="160274" y="12700"/>
                  </a:lnTo>
                  <a:lnTo>
                    <a:pt x="160274" y="25400"/>
                  </a:lnTo>
                  <a:cubicBezTo>
                    <a:pt x="85725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427578" y="4392549"/>
            <a:ext cx="6465284" cy="494167"/>
            <a:chOff x="0" y="0"/>
            <a:chExt cx="8620379" cy="65888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20382" cy="658883"/>
            </a:xfrm>
            <a:custGeom>
              <a:avLst/>
              <a:gdLst/>
              <a:ahLst/>
              <a:cxnLst/>
              <a:rect r="r" b="b" t="t" l="l"/>
              <a:pathLst>
                <a:path h="658883" w="8620382">
                  <a:moveTo>
                    <a:pt x="0" y="0"/>
                  </a:moveTo>
                  <a:lnTo>
                    <a:pt x="8620382" y="0"/>
                  </a:lnTo>
                  <a:lnTo>
                    <a:pt x="8620382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4928" r="0" b="-20492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8620379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CSS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27578" y="4996529"/>
            <a:ext cx="6465284" cy="713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общий визуальный стиль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адаптивная сетка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оформление карточек и кнопок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116063" y="6387122"/>
            <a:ext cx="7088324" cy="1776089"/>
            <a:chOff x="0" y="0"/>
            <a:chExt cx="9451099" cy="236811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12700" y="12700"/>
              <a:ext cx="9425686" cy="2342769"/>
            </a:xfrm>
            <a:custGeom>
              <a:avLst/>
              <a:gdLst/>
              <a:ahLst/>
              <a:cxnLst/>
              <a:rect r="r" b="b" t="t" l="l"/>
              <a:pathLst>
                <a:path h="2342769" w="9425686">
                  <a:moveTo>
                    <a:pt x="0" y="146431"/>
                  </a:moveTo>
                  <a:cubicBezTo>
                    <a:pt x="0" y="65532"/>
                    <a:pt x="66040" y="0"/>
                    <a:pt x="147574" y="0"/>
                  </a:cubicBezTo>
                  <a:lnTo>
                    <a:pt x="9278112" y="0"/>
                  </a:lnTo>
                  <a:cubicBezTo>
                    <a:pt x="9359646" y="0"/>
                    <a:pt x="9425686" y="65532"/>
                    <a:pt x="9425686" y="146431"/>
                  </a:cubicBezTo>
                  <a:lnTo>
                    <a:pt x="9425686" y="2196338"/>
                  </a:lnTo>
                  <a:cubicBezTo>
                    <a:pt x="9425686" y="2277237"/>
                    <a:pt x="9359646" y="2342769"/>
                    <a:pt x="9278112" y="2342769"/>
                  </a:cubicBezTo>
                  <a:lnTo>
                    <a:pt x="147574" y="2342769"/>
                  </a:lnTo>
                  <a:cubicBezTo>
                    <a:pt x="66040" y="2342642"/>
                    <a:pt x="0" y="2277110"/>
                    <a:pt x="0" y="2196338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451086" cy="2368169"/>
            </a:xfrm>
            <a:custGeom>
              <a:avLst/>
              <a:gdLst/>
              <a:ahLst/>
              <a:cxnLst/>
              <a:rect r="r" b="b" t="t" l="l"/>
              <a:pathLst>
                <a:path h="2368169" w="9451086">
                  <a:moveTo>
                    <a:pt x="0" y="159131"/>
                  </a:moveTo>
                  <a:cubicBezTo>
                    <a:pt x="0" y="71120"/>
                    <a:pt x="71882" y="0"/>
                    <a:pt x="160274" y="0"/>
                  </a:cubicBezTo>
                  <a:lnTo>
                    <a:pt x="9290812" y="0"/>
                  </a:lnTo>
                  <a:lnTo>
                    <a:pt x="9290812" y="12700"/>
                  </a:lnTo>
                  <a:lnTo>
                    <a:pt x="9290812" y="0"/>
                  </a:lnTo>
                  <a:cubicBezTo>
                    <a:pt x="9379204" y="0"/>
                    <a:pt x="9451086" y="71120"/>
                    <a:pt x="9451086" y="159131"/>
                  </a:cubicBezTo>
                  <a:lnTo>
                    <a:pt x="9438386" y="159131"/>
                  </a:lnTo>
                  <a:lnTo>
                    <a:pt x="9451086" y="159131"/>
                  </a:lnTo>
                  <a:lnTo>
                    <a:pt x="9451086" y="2209038"/>
                  </a:lnTo>
                  <a:lnTo>
                    <a:pt x="9438386" y="2209038"/>
                  </a:lnTo>
                  <a:lnTo>
                    <a:pt x="9451086" y="2209038"/>
                  </a:lnTo>
                  <a:cubicBezTo>
                    <a:pt x="9451086" y="2297049"/>
                    <a:pt x="9379204" y="2368169"/>
                    <a:pt x="9290812" y="2368169"/>
                  </a:cubicBezTo>
                  <a:lnTo>
                    <a:pt x="9290812" y="2355469"/>
                  </a:lnTo>
                  <a:lnTo>
                    <a:pt x="9290812" y="2368169"/>
                  </a:lnTo>
                  <a:lnTo>
                    <a:pt x="160274" y="2368169"/>
                  </a:lnTo>
                  <a:lnTo>
                    <a:pt x="160274" y="2355469"/>
                  </a:lnTo>
                  <a:lnTo>
                    <a:pt x="160274" y="2368169"/>
                  </a:lnTo>
                  <a:cubicBezTo>
                    <a:pt x="71882" y="2368169"/>
                    <a:pt x="0" y="2296922"/>
                    <a:pt x="0" y="2209038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209038"/>
                  </a:lnTo>
                  <a:lnTo>
                    <a:pt x="12700" y="2209038"/>
                  </a:lnTo>
                  <a:lnTo>
                    <a:pt x="25400" y="2209038"/>
                  </a:lnTo>
                  <a:cubicBezTo>
                    <a:pt x="25400" y="2282825"/>
                    <a:pt x="85725" y="2342769"/>
                    <a:pt x="160274" y="2342769"/>
                  </a:cubicBezTo>
                  <a:lnTo>
                    <a:pt x="9290812" y="2342769"/>
                  </a:lnTo>
                  <a:cubicBezTo>
                    <a:pt x="9365361" y="2342769"/>
                    <a:pt x="9425686" y="2282825"/>
                    <a:pt x="9425686" y="2209038"/>
                  </a:cubicBezTo>
                  <a:lnTo>
                    <a:pt x="9425686" y="159131"/>
                  </a:lnTo>
                  <a:cubicBezTo>
                    <a:pt x="9425686" y="85344"/>
                    <a:pt x="9365361" y="25400"/>
                    <a:pt x="9290812" y="25400"/>
                  </a:cubicBezTo>
                  <a:lnTo>
                    <a:pt x="160274" y="25400"/>
                  </a:lnTo>
                  <a:lnTo>
                    <a:pt x="160274" y="12700"/>
                  </a:lnTo>
                  <a:lnTo>
                    <a:pt x="160274" y="25400"/>
                  </a:lnTo>
                  <a:cubicBezTo>
                    <a:pt x="85725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427578" y="6643735"/>
            <a:ext cx="6465284" cy="494167"/>
            <a:chOff x="0" y="0"/>
            <a:chExt cx="8620379" cy="65888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620382" cy="658883"/>
            </a:xfrm>
            <a:custGeom>
              <a:avLst/>
              <a:gdLst/>
              <a:ahLst/>
              <a:cxnLst/>
              <a:rect r="r" b="b" t="t" l="l"/>
              <a:pathLst>
                <a:path h="658883" w="8620382">
                  <a:moveTo>
                    <a:pt x="0" y="0"/>
                  </a:moveTo>
                  <a:lnTo>
                    <a:pt x="8620382" y="0"/>
                  </a:lnTo>
                  <a:lnTo>
                    <a:pt x="8620382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4928" r="0" b="-204929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8620379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JavaScript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427578" y="7247706"/>
            <a:ext cx="6465284" cy="713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вывод товаров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поиск, фильтрация и сортировка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корзина и localStorage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128274" y="8236039"/>
            <a:ext cx="8167402" cy="713794"/>
            <a:chOff x="0" y="0"/>
            <a:chExt cx="10889869" cy="95172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889868" cy="951720"/>
            </a:xfrm>
            <a:custGeom>
              <a:avLst/>
              <a:gdLst/>
              <a:ahLst/>
              <a:cxnLst/>
              <a:rect r="r" b="b" t="t" l="l"/>
              <a:pathLst>
                <a:path h="951720" w="10889868">
                  <a:moveTo>
                    <a:pt x="0" y="0"/>
                  </a:moveTo>
                  <a:lnTo>
                    <a:pt x="10889868" y="0"/>
                  </a:lnTo>
                  <a:lnTo>
                    <a:pt x="10889868" y="951720"/>
                  </a:lnTo>
                  <a:lnTo>
                    <a:pt x="0" y="951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953" r="0" b="-172954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10889869" cy="951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Сайт не использует серверную часть, поэтому вся интерактивность реализована средствами браузера.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2235" y="480431"/>
            <a:ext cx="10706843" cy="549069"/>
            <a:chOff x="0" y="0"/>
            <a:chExt cx="14275791" cy="7320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75794" cy="732092"/>
            </a:xfrm>
            <a:custGeom>
              <a:avLst/>
              <a:gdLst/>
              <a:ahLst/>
              <a:cxnLst/>
              <a:rect r="r" b="b" t="t" l="l"/>
              <a:pathLst>
                <a:path h="732092" w="14275794">
                  <a:moveTo>
                    <a:pt x="0" y="0"/>
                  </a:moveTo>
                  <a:lnTo>
                    <a:pt x="14275794" y="0"/>
                  </a:lnTo>
                  <a:lnTo>
                    <a:pt x="14275794" y="732092"/>
                  </a:lnTo>
                  <a:lnTo>
                    <a:pt x="0" y="7320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9958" r="0" b="-32995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4275791" cy="732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2"/>
                </a:lnSpc>
              </a:pPr>
              <a:r>
                <a:rPr lang="en-US" sz="2702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Основные функции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2235" y="1056961"/>
            <a:ext cx="11667715" cy="343167"/>
            <a:chOff x="0" y="0"/>
            <a:chExt cx="15556954" cy="4575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556954" cy="457557"/>
            </a:xfrm>
            <a:custGeom>
              <a:avLst/>
              <a:gdLst/>
              <a:ahLst/>
              <a:cxnLst/>
              <a:rect r="r" b="b" t="t" l="l"/>
              <a:pathLst>
                <a:path h="457557" w="15556954">
                  <a:moveTo>
                    <a:pt x="0" y="0"/>
                  </a:moveTo>
                  <a:lnTo>
                    <a:pt x="15556954" y="0"/>
                  </a:lnTo>
                  <a:lnTo>
                    <a:pt x="15556954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2491" r="0" b="-612491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15556954" cy="4670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1"/>
                </a:lnSpc>
              </a:pPr>
              <a:r>
                <a:rPr lang="en-US" sz="1275">
                  <a:solidFill>
                    <a:srgbClr val="CDB9AE"/>
                  </a:solidFill>
                  <a:latin typeface="Aptos"/>
                  <a:ea typeface="Aptos"/>
                  <a:cs typeface="Aptos"/>
                  <a:sym typeface="Aptos"/>
                </a:rPr>
                <a:t>Интерактивность сайта реализована через JavaScript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82701" y="1472956"/>
            <a:ext cx="16491137" cy="19069"/>
            <a:chOff x="0" y="0"/>
            <a:chExt cx="21988183" cy="2542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00" y="0"/>
              <a:ext cx="21962745" cy="25400"/>
            </a:xfrm>
            <a:custGeom>
              <a:avLst/>
              <a:gdLst/>
              <a:ahLst/>
              <a:cxnLst/>
              <a:rect r="r" b="b" t="t" l="l"/>
              <a:pathLst>
                <a:path h="25400" w="21962745">
                  <a:moveTo>
                    <a:pt x="0" y="0"/>
                  </a:moveTo>
                  <a:lnTo>
                    <a:pt x="21962745" y="0"/>
                  </a:lnTo>
                  <a:lnTo>
                    <a:pt x="2196274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33701" y="1925936"/>
            <a:ext cx="8035471" cy="5015589"/>
            <a:chOff x="0" y="0"/>
            <a:chExt cx="10713961" cy="668745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2700" y="12700"/>
              <a:ext cx="10688574" cy="6662039"/>
            </a:xfrm>
            <a:custGeom>
              <a:avLst/>
              <a:gdLst/>
              <a:ahLst/>
              <a:cxnLst/>
              <a:rect r="r" b="b" t="t" l="l"/>
              <a:pathLst>
                <a:path h="6662039" w="10688574">
                  <a:moveTo>
                    <a:pt x="0" y="146431"/>
                  </a:moveTo>
                  <a:cubicBezTo>
                    <a:pt x="0" y="65532"/>
                    <a:pt x="65659" y="0"/>
                    <a:pt x="146685" y="0"/>
                  </a:cubicBezTo>
                  <a:lnTo>
                    <a:pt x="10541889" y="0"/>
                  </a:lnTo>
                  <a:cubicBezTo>
                    <a:pt x="10622915" y="0"/>
                    <a:pt x="10688574" y="65532"/>
                    <a:pt x="10688574" y="146431"/>
                  </a:cubicBezTo>
                  <a:lnTo>
                    <a:pt x="10688574" y="6515608"/>
                  </a:lnTo>
                  <a:cubicBezTo>
                    <a:pt x="10688574" y="6596507"/>
                    <a:pt x="10622915" y="6662039"/>
                    <a:pt x="10541889" y="6662039"/>
                  </a:cubicBezTo>
                  <a:lnTo>
                    <a:pt x="146685" y="6662039"/>
                  </a:lnTo>
                  <a:cubicBezTo>
                    <a:pt x="65659" y="6662039"/>
                    <a:pt x="0" y="6596507"/>
                    <a:pt x="0" y="6515608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713974" cy="6687439"/>
            </a:xfrm>
            <a:custGeom>
              <a:avLst/>
              <a:gdLst/>
              <a:ahLst/>
              <a:cxnLst/>
              <a:rect r="r" b="b" t="t" l="l"/>
              <a:pathLst>
                <a:path h="6687439" w="10713974">
                  <a:moveTo>
                    <a:pt x="0" y="159131"/>
                  </a:moveTo>
                  <a:cubicBezTo>
                    <a:pt x="0" y="71247"/>
                    <a:pt x="71374" y="0"/>
                    <a:pt x="159385" y="0"/>
                  </a:cubicBezTo>
                  <a:lnTo>
                    <a:pt x="10554589" y="0"/>
                  </a:lnTo>
                  <a:lnTo>
                    <a:pt x="10554589" y="12700"/>
                  </a:lnTo>
                  <a:lnTo>
                    <a:pt x="10554589" y="0"/>
                  </a:lnTo>
                  <a:cubicBezTo>
                    <a:pt x="10642600" y="0"/>
                    <a:pt x="10713974" y="71247"/>
                    <a:pt x="10713974" y="159131"/>
                  </a:cubicBezTo>
                  <a:lnTo>
                    <a:pt x="10701274" y="159131"/>
                  </a:lnTo>
                  <a:lnTo>
                    <a:pt x="10713974" y="159131"/>
                  </a:lnTo>
                  <a:lnTo>
                    <a:pt x="10713974" y="6528308"/>
                  </a:lnTo>
                  <a:lnTo>
                    <a:pt x="10701274" y="6528308"/>
                  </a:lnTo>
                  <a:lnTo>
                    <a:pt x="10713974" y="6528308"/>
                  </a:lnTo>
                  <a:cubicBezTo>
                    <a:pt x="10713974" y="6616192"/>
                    <a:pt x="10642600" y="6687439"/>
                    <a:pt x="10554589" y="6687439"/>
                  </a:cubicBezTo>
                  <a:lnTo>
                    <a:pt x="10554589" y="6674739"/>
                  </a:lnTo>
                  <a:lnTo>
                    <a:pt x="10554589" y="6687439"/>
                  </a:lnTo>
                  <a:lnTo>
                    <a:pt x="159385" y="6687439"/>
                  </a:lnTo>
                  <a:lnTo>
                    <a:pt x="159385" y="6674739"/>
                  </a:lnTo>
                  <a:lnTo>
                    <a:pt x="159385" y="6687439"/>
                  </a:lnTo>
                  <a:cubicBezTo>
                    <a:pt x="71374" y="6687439"/>
                    <a:pt x="0" y="6616192"/>
                    <a:pt x="0" y="6528308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6528308"/>
                  </a:lnTo>
                  <a:lnTo>
                    <a:pt x="12700" y="6528308"/>
                  </a:lnTo>
                  <a:lnTo>
                    <a:pt x="25400" y="6528308"/>
                  </a:lnTo>
                  <a:cubicBezTo>
                    <a:pt x="25400" y="6602095"/>
                    <a:pt x="85344" y="6662039"/>
                    <a:pt x="159385" y="6662039"/>
                  </a:cubicBezTo>
                  <a:lnTo>
                    <a:pt x="10554589" y="6662039"/>
                  </a:lnTo>
                  <a:cubicBezTo>
                    <a:pt x="10628630" y="6662039"/>
                    <a:pt x="10688574" y="6602095"/>
                    <a:pt x="10688574" y="6528308"/>
                  </a:cubicBezTo>
                  <a:lnTo>
                    <a:pt x="10688574" y="159131"/>
                  </a:lnTo>
                  <a:cubicBezTo>
                    <a:pt x="10688574" y="85344"/>
                    <a:pt x="10628630" y="25400"/>
                    <a:pt x="10554589" y="25400"/>
                  </a:cubicBezTo>
                  <a:lnTo>
                    <a:pt x="159385" y="25400"/>
                  </a:lnTo>
                  <a:lnTo>
                    <a:pt x="159385" y="12700"/>
                  </a:lnTo>
                  <a:lnTo>
                    <a:pt x="159385" y="25400"/>
                  </a:lnTo>
                  <a:cubicBezTo>
                    <a:pt x="85344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70686" y="1962922"/>
            <a:ext cx="7961500" cy="4941618"/>
            <a:chOff x="0" y="0"/>
            <a:chExt cx="10615333" cy="6588823"/>
          </a:xfrm>
        </p:grpSpPr>
        <p:sp>
          <p:nvSpPr>
            <p:cNvPr name="Freeform 14" id="14" descr="/mnt/data/course_screenshots/03_catalog_search.png"/>
            <p:cNvSpPr/>
            <p:nvPr/>
          </p:nvSpPr>
          <p:spPr>
            <a:xfrm flipH="false" flipV="false" rot="0">
              <a:off x="0" y="0"/>
              <a:ext cx="10615295" cy="6588887"/>
            </a:xfrm>
            <a:custGeom>
              <a:avLst/>
              <a:gdLst/>
              <a:ahLst/>
              <a:cxnLst/>
              <a:rect r="r" b="b" t="t" l="l"/>
              <a:pathLst>
                <a:path h="6588887" w="10615295">
                  <a:moveTo>
                    <a:pt x="0" y="0"/>
                  </a:moveTo>
                  <a:lnTo>
                    <a:pt x="10615295" y="0"/>
                  </a:lnTo>
                  <a:lnTo>
                    <a:pt x="10615295" y="6588887"/>
                  </a:lnTo>
                  <a:lnTo>
                    <a:pt x="0" y="6588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075" r="-1" b="-3074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269730" y="1925936"/>
            <a:ext cx="8035471" cy="5015589"/>
            <a:chOff x="0" y="0"/>
            <a:chExt cx="10713961" cy="66874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" y="12700"/>
              <a:ext cx="10688574" cy="6662039"/>
            </a:xfrm>
            <a:custGeom>
              <a:avLst/>
              <a:gdLst/>
              <a:ahLst/>
              <a:cxnLst/>
              <a:rect r="r" b="b" t="t" l="l"/>
              <a:pathLst>
                <a:path h="6662039" w="10688574">
                  <a:moveTo>
                    <a:pt x="0" y="146431"/>
                  </a:moveTo>
                  <a:cubicBezTo>
                    <a:pt x="0" y="65532"/>
                    <a:pt x="65659" y="0"/>
                    <a:pt x="146685" y="0"/>
                  </a:cubicBezTo>
                  <a:lnTo>
                    <a:pt x="10541889" y="0"/>
                  </a:lnTo>
                  <a:cubicBezTo>
                    <a:pt x="10622915" y="0"/>
                    <a:pt x="10688574" y="65532"/>
                    <a:pt x="10688574" y="146431"/>
                  </a:cubicBezTo>
                  <a:lnTo>
                    <a:pt x="10688574" y="6515608"/>
                  </a:lnTo>
                  <a:cubicBezTo>
                    <a:pt x="10688574" y="6596507"/>
                    <a:pt x="10622915" y="6662039"/>
                    <a:pt x="10541889" y="6662039"/>
                  </a:cubicBezTo>
                  <a:lnTo>
                    <a:pt x="146685" y="6662039"/>
                  </a:lnTo>
                  <a:cubicBezTo>
                    <a:pt x="65659" y="6662039"/>
                    <a:pt x="0" y="6596507"/>
                    <a:pt x="0" y="6515608"/>
                  </a:cubicBezTo>
                  <a:close/>
                </a:path>
              </a:pathLst>
            </a:custGeom>
            <a:solidFill>
              <a:srgbClr val="120C0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13974" cy="6687439"/>
            </a:xfrm>
            <a:custGeom>
              <a:avLst/>
              <a:gdLst/>
              <a:ahLst/>
              <a:cxnLst/>
              <a:rect r="r" b="b" t="t" l="l"/>
              <a:pathLst>
                <a:path h="6687439" w="10713974">
                  <a:moveTo>
                    <a:pt x="0" y="159131"/>
                  </a:moveTo>
                  <a:cubicBezTo>
                    <a:pt x="0" y="71247"/>
                    <a:pt x="71374" y="0"/>
                    <a:pt x="159385" y="0"/>
                  </a:cubicBezTo>
                  <a:lnTo>
                    <a:pt x="10554589" y="0"/>
                  </a:lnTo>
                  <a:lnTo>
                    <a:pt x="10554589" y="12700"/>
                  </a:lnTo>
                  <a:lnTo>
                    <a:pt x="10554589" y="0"/>
                  </a:lnTo>
                  <a:cubicBezTo>
                    <a:pt x="10642600" y="0"/>
                    <a:pt x="10713974" y="71247"/>
                    <a:pt x="10713974" y="159131"/>
                  </a:cubicBezTo>
                  <a:lnTo>
                    <a:pt x="10701274" y="159131"/>
                  </a:lnTo>
                  <a:lnTo>
                    <a:pt x="10713974" y="159131"/>
                  </a:lnTo>
                  <a:lnTo>
                    <a:pt x="10713974" y="6528308"/>
                  </a:lnTo>
                  <a:lnTo>
                    <a:pt x="10701274" y="6528308"/>
                  </a:lnTo>
                  <a:lnTo>
                    <a:pt x="10713974" y="6528308"/>
                  </a:lnTo>
                  <a:cubicBezTo>
                    <a:pt x="10713974" y="6616192"/>
                    <a:pt x="10642600" y="6687439"/>
                    <a:pt x="10554589" y="6687439"/>
                  </a:cubicBezTo>
                  <a:lnTo>
                    <a:pt x="10554589" y="6674739"/>
                  </a:lnTo>
                  <a:lnTo>
                    <a:pt x="10554589" y="6687439"/>
                  </a:lnTo>
                  <a:lnTo>
                    <a:pt x="159385" y="6687439"/>
                  </a:lnTo>
                  <a:lnTo>
                    <a:pt x="159385" y="6674739"/>
                  </a:lnTo>
                  <a:lnTo>
                    <a:pt x="159385" y="6687439"/>
                  </a:lnTo>
                  <a:cubicBezTo>
                    <a:pt x="71374" y="6687439"/>
                    <a:pt x="0" y="6616192"/>
                    <a:pt x="0" y="6528308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6528308"/>
                  </a:lnTo>
                  <a:lnTo>
                    <a:pt x="12700" y="6528308"/>
                  </a:lnTo>
                  <a:lnTo>
                    <a:pt x="25400" y="6528308"/>
                  </a:lnTo>
                  <a:cubicBezTo>
                    <a:pt x="25400" y="6602095"/>
                    <a:pt x="85344" y="6662039"/>
                    <a:pt x="159385" y="6662039"/>
                  </a:cubicBezTo>
                  <a:lnTo>
                    <a:pt x="10554589" y="6662039"/>
                  </a:lnTo>
                  <a:cubicBezTo>
                    <a:pt x="10628630" y="6662039"/>
                    <a:pt x="10688574" y="6602095"/>
                    <a:pt x="10688574" y="6528308"/>
                  </a:cubicBezTo>
                  <a:lnTo>
                    <a:pt x="10688574" y="159131"/>
                  </a:lnTo>
                  <a:cubicBezTo>
                    <a:pt x="10688574" y="85344"/>
                    <a:pt x="10628630" y="25400"/>
                    <a:pt x="10554589" y="25400"/>
                  </a:cubicBezTo>
                  <a:lnTo>
                    <a:pt x="159385" y="25400"/>
                  </a:lnTo>
                  <a:lnTo>
                    <a:pt x="159385" y="12700"/>
                  </a:lnTo>
                  <a:lnTo>
                    <a:pt x="159385" y="25400"/>
                  </a:lnTo>
                  <a:cubicBezTo>
                    <a:pt x="85344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306716" y="1962922"/>
            <a:ext cx="7961500" cy="4941618"/>
            <a:chOff x="0" y="0"/>
            <a:chExt cx="10615333" cy="6588823"/>
          </a:xfrm>
        </p:grpSpPr>
        <p:sp>
          <p:nvSpPr>
            <p:cNvPr name="Freeform 19" id="19" descr="/mnt/data/course_screenshots/04_cart.png"/>
            <p:cNvSpPr/>
            <p:nvPr/>
          </p:nvSpPr>
          <p:spPr>
            <a:xfrm flipH="false" flipV="false" rot="0">
              <a:off x="0" y="0"/>
              <a:ext cx="10615295" cy="6588887"/>
            </a:xfrm>
            <a:custGeom>
              <a:avLst/>
              <a:gdLst/>
              <a:ahLst/>
              <a:cxnLst/>
              <a:rect r="r" b="b" t="t" l="l"/>
              <a:pathLst>
                <a:path h="6588887" w="10615295">
                  <a:moveTo>
                    <a:pt x="0" y="0"/>
                  </a:moveTo>
                  <a:lnTo>
                    <a:pt x="10615295" y="0"/>
                  </a:lnTo>
                  <a:lnTo>
                    <a:pt x="10615295" y="6588887"/>
                  </a:lnTo>
                  <a:lnTo>
                    <a:pt x="0" y="6588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3075" r="-1" b="-3074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61152" y="7375446"/>
            <a:ext cx="5029324" cy="1734903"/>
            <a:chOff x="0" y="0"/>
            <a:chExt cx="6705765" cy="231320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2700" y="12700"/>
              <a:ext cx="6680327" cy="2287778"/>
            </a:xfrm>
            <a:custGeom>
              <a:avLst/>
              <a:gdLst/>
              <a:ahLst/>
              <a:cxnLst/>
              <a:rect r="r" b="b" t="t" l="l"/>
              <a:pathLst>
                <a:path h="2287778" w="6680327">
                  <a:moveTo>
                    <a:pt x="0" y="146431"/>
                  </a:moveTo>
                  <a:cubicBezTo>
                    <a:pt x="0" y="65532"/>
                    <a:pt x="66040" y="0"/>
                    <a:pt x="147447" y="0"/>
                  </a:cubicBezTo>
                  <a:lnTo>
                    <a:pt x="6532880" y="0"/>
                  </a:lnTo>
                  <a:cubicBezTo>
                    <a:pt x="6614287" y="0"/>
                    <a:pt x="6680327" y="65532"/>
                    <a:pt x="6680327" y="146431"/>
                  </a:cubicBezTo>
                  <a:lnTo>
                    <a:pt x="6680327" y="2141347"/>
                  </a:lnTo>
                  <a:cubicBezTo>
                    <a:pt x="6680327" y="2222246"/>
                    <a:pt x="6614287" y="2287778"/>
                    <a:pt x="6532880" y="2287778"/>
                  </a:cubicBezTo>
                  <a:lnTo>
                    <a:pt x="147447" y="2287778"/>
                  </a:lnTo>
                  <a:cubicBezTo>
                    <a:pt x="66040" y="2287778"/>
                    <a:pt x="0" y="2222246"/>
                    <a:pt x="0" y="2141347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705727" cy="2313178"/>
            </a:xfrm>
            <a:custGeom>
              <a:avLst/>
              <a:gdLst/>
              <a:ahLst/>
              <a:cxnLst/>
              <a:rect r="r" b="b" t="t" l="l"/>
              <a:pathLst>
                <a:path h="2313178" w="6705727">
                  <a:moveTo>
                    <a:pt x="0" y="159131"/>
                  </a:moveTo>
                  <a:cubicBezTo>
                    <a:pt x="0" y="71120"/>
                    <a:pt x="71755" y="0"/>
                    <a:pt x="160147" y="0"/>
                  </a:cubicBezTo>
                  <a:lnTo>
                    <a:pt x="6545580" y="0"/>
                  </a:lnTo>
                  <a:lnTo>
                    <a:pt x="6545580" y="12700"/>
                  </a:lnTo>
                  <a:lnTo>
                    <a:pt x="6545580" y="0"/>
                  </a:lnTo>
                  <a:cubicBezTo>
                    <a:pt x="6633973" y="0"/>
                    <a:pt x="6705727" y="71120"/>
                    <a:pt x="6705727" y="159131"/>
                  </a:cubicBezTo>
                  <a:lnTo>
                    <a:pt x="6693027" y="159131"/>
                  </a:lnTo>
                  <a:lnTo>
                    <a:pt x="6705727" y="159131"/>
                  </a:lnTo>
                  <a:lnTo>
                    <a:pt x="6705727" y="2154047"/>
                  </a:lnTo>
                  <a:lnTo>
                    <a:pt x="6693027" y="2154047"/>
                  </a:lnTo>
                  <a:lnTo>
                    <a:pt x="6705727" y="2154047"/>
                  </a:lnTo>
                  <a:cubicBezTo>
                    <a:pt x="6705727" y="2242058"/>
                    <a:pt x="6633973" y="2313178"/>
                    <a:pt x="6545580" y="2313178"/>
                  </a:cubicBezTo>
                  <a:lnTo>
                    <a:pt x="6545580" y="2300478"/>
                  </a:lnTo>
                  <a:lnTo>
                    <a:pt x="6545580" y="2313178"/>
                  </a:lnTo>
                  <a:lnTo>
                    <a:pt x="160147" y="2313178"/>
                  </a:lnTo>
                  <a:lnTo>
                    <a:pt x="160147" y="2300478"/>
                  </a:lnTo>
                  <a:lnTo>
                    <a:pt x="160147" y="2313178"/>
                  </a:lnTo>
                  <a:cubicBezTo>
                    <a:pt x="71755" y="2313178"/>
                    <a:pt x="0" y="2242058"/>
                    <a:pt x="0" y="2154047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154047"/>
                  </a:lnTo>
                  <a:lnTo>
                    <a:pt x="12700" y="2154047"/>
                  </a:lnTo>
                  <a:lnTo>
                    <a:pt x="25400" y="2154047"/>
                  </a:lnTo>
                  <a:cubicBezTo>
                    <a:pt x="25400" y="2227834"/>
                    <a:pt x="85598" y="2287778"/>
                    <a:pt x="160147" y="2287778"/>
                  </a:cubicBezTo>
                  <a:lnTo>
                    <a:pt x="6545580" y="2287778"/>
                  </a:lnTo>
                  <a:cubicBezTo>
                    <a:pt x="6620129" y="2287778"/>
                    <a:pt x="6680327" y="2227834"/>
                    <a:pt x="6680327" y="2154047"/>
                  </a:cubicBezTo>
                  <a:lnTo>
                    <a:pt x="6680327" y="159131"/>
                  </a:lnTo>
                  <a:cubicBezTo>
                    <a:pt x="6680327" y="85344"/>
                    <a:pt x="6620129" y="25400"/>
                    <a:pt x="6545580" y="25400"/>
                  </a:cubicBezTo>
                  <a:lnTo>
                    <a:pt x="160147" y="25400"/>
                  </a:lnTo>
                  <a:lnTo>
                    <a:pt x="160147" y="12700"/>
                  </a:lnTo>
                  <a:lnTo>
                    <a:pt x="160147" y="25400"/>
                  </a:lnTo>
                  <a:cubicBezTo>
                    <a:pt x="85725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372676" y="7632059"/>
            <a:ext cx="4406275" cy="494167"/>
            <a:chOff x="0" y="0"/>
            <a:chExt cx="5875033" cy="65888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875038" cy="658883"/>
            </a:xfrm>
            <a:custGeom>
              <a:avLst/>
              <a:gdLst/>
              <a:ahLst/>
              <a:cxnLst/>
              <a:rect r="r" b="b" t="t" l="l"/>
              <a:pathLst>
                <a:path h="658883" w="5875038">
                  <a:moveTo>
                    <a:pt x="0" y="0"/>
                  </a:moveTo>
                  <a:lnTo>
                    <a:pt x="5875038" y="0"/>
                  </a:lnTo>
                  <a:lnTo>
                    <a:pt x="5875038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740" r="0" b="-12374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5875033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Каталог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372676" y="8236039"/>
            <a:ext cx="4406275" cy="672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поиск по названию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фильтр по категориям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сортировка товаров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6606750" y="7375446"/>
            <a:ext cx="5029324" cy="1734903"/>
            <a:chOff x="0" y="0"/>
            <a:chExt cx="6705765" cy="231320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12700" y="12700"/>
              <a:ext cx="6680327" cy="2287778"/>
            </a:xfrm>
            <a:custGeom>
              <a:avLst/>
              <a:gdLst/>
              <a:ahLst/>
              <a:cxnLst/>
              <a:rect r="r" b="b" t="t" l="l"/>
              <a:pathLst>
                <a:path h="2287778" w="6680327">
                  <a:moveTo>
                    <a:pt x="0" y="146431"/>
                  </a:moveTo>
                  <a:cubicBezTo>
                    <a:pt x="0" y="65532"/>
                    <a:pt x="66040" y="0"/>
                    <a:pt x="147447" y="0"/>
                  </a:cubicBezTo>
                  <a:lnTo>
                    <a:pt x="6532880" y="0"/>
                  </a:lnTo>
                  <a:cubicBezTo>
                    <a:pt x="6614287" y="0"/>
                    <a:pt x="6680327" y="65532"/>
                    <a:pt x="6680327" y="146431"/>
                  </a:cubicBezTo>
                  <a:lnTo>
                    <a:pt x="6680327" y="2141347"/>
                  </a:lnTo>
                  <a:cubicBezTo>
                    <a:pt x="6680327" y="2222246"/>
                    <a:pt x="6614287" y="2287778"/>
                    <a:pt x="6532880" y="2287778"/>
                  </a:cubicBezTo>
                  <a:lnTo>
                    <a:pt x="147447" y="2287778"/>
                  </a:lnTo>
                  <a:cubicBezTo>
                    <a:pt x="66040" y="2287778"/>
                    <a:pt x="0" y="2222246"/>
                    <a:pt x="0" y="2141347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705727" cy="2313178"/>
            </a:xfrm>
            <a:custGeom>
              <a:avLst/>
              <a:gdLst/>
              <a:ahLst/>
              <a:cxnLst/>
              <a:rect r="r" b="b" t="t" l="l"/>
              <a:pathLst>
                <a:path h="2313178" w="6705727">
                  <a:moveTo>
                    <a:pt x="0" y="159131"/>
                  </a:moveTo>
                  <a:cubicBezTo>
                    <a:pt x="0" y="71120"/>
                    <a:pt x="71755" y="0"/>
                    <a:pt x="160147" y="0"/>
                  </a:cubicBezTo>
                  <a:lnTo>
                    <a:pt x="6545580" y="0"/>
                  </a:lnTo>
                  <a:lnTo>
                    <a:pt x="6545580" y="12700"/>
                  </a:lnTo>
                  <a:lnTo>
                    <a:pt x="6545580" y="0"/>
                  </a:lnTo>
                  <a:cubicBezTo>
                    <a:pt x="6633973" y="0"/>
                    <a:pt x="6705727" y="71120"/>
                    <a:pt x="6705727" y="159131"/>
                  </a:cubicBezTo>
                  <a:lnTo>
                    <a:pt x="6693027" y="159131"/>
                  </a:lnTo>
                  <a:lnTo>
                    <a:pt x="6705727" y="159131"/>
                  </a:lnTo>
                  <a:lnTo>
                    <a:pt x="6705727" y="2154047"/>
                  </a:lnTo>
                  <a:lnTo>
                    <a:pt x="6693027" y="2154047"/>
                  </a:lnTo>
                  <a:lnTo>
                    <a:pt x="6705727" y="2154047"/>
                  </a:lnTo>
                  <a:cubicBezTo>
                    <a:pt x="6705727" y="2242058"/>
                    <a:pt x="6633973" y="2313178"/>
                    <a:pt x="6545580" y="2313178"/>
                  </a:cubicBezTo>
                  <a:lnTo>
                    <a:pt x="6545580" y="2300478"/>
                  </a:lnTo>
                  <a:lnTo>
                    <a:pt x="6545580" y="2313178"/>
                  </a:lnTo>
                  <a:lnTo>
                    <a:pt x="160147" y="2313178"/>
                  </a:lnTo>
                  <a:lnTo>
                    <a:pt x="160147" y="2300478"/>
                  </a:lnTo>
                  <a:lnTo>
                    <a:pt x="160147" y="2313178"/>
                  </a:lnTo>
                  <a:cubicBezTo>
                    <a:pt x="71755" y="2313178"/>
                    <a:pt x="0" y="2242058"/>
                    <a:pt x="0" y="2154047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154047"/>
                  </a:lnTo>
                  <a:lnTo>
                    <a:pt x="12700" y="2154047"/>
                  </a:lnTo>
                  <a:lnTo>
                    <a:pt x="25400" y="2154047"/>
                  </a:lnTo>
                  <a:cubicBezTo>
                    <a:pt x="25400" y="2227834"/>
                    <a:pt x="85598" y="2287778"/>
                    <a:pt x="160147" y="2287778"/>
                  </a:cubicBezTo>
                  <a:lnTo>
                    <a:pt x="6545580" y="2287778"/>
                  </a:lnTo>
                  <a:cubicBezTo>
                    <a:pt x="6620129" y="2287778"/>
                    <a:pt x="6680327" y="2227834"/>
                    <a:pt x="6680327" y="2154047"/>
                  </a:cubicBezTo>
                  <a:lnTo>
                    <a:pt x="6680327" y="159131"/>
                  </a:lnTo>
                  <a:cubicBezTo>
                    <a:pt x="6680327" y="85344"/>
                    <a:pt x="6620129" y="25400"/>
                    <a:pt x="6545580" y="25400"/>
                  </a:cubicBezTo>
                  <a:lnTo>
                    <a:pt x="160147" y="25400"/>
                  </a:lnTo>
                  <a:lnTo>
                    <a:pt x="160147" y="12700"/>
                  </a:lnTo>
                  <a:lnTo>
                    <a:pt x="160147" y="25400"/>
                  </a:lnTo>
                  <a:cubicBezTo>
                    <a:pt x="85725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918265" y="7632059"/>
            <a:ext cx="4406275" cy="494167"/>
            <a:chOff x="0" y="0"/>
            <a:chExt cx="5875033" cy="65888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875038" cy="658883"/>
            </a:xfrm>
            <a:custGeom>
              <a:avLst/>
              <a:gdLst/>
              <a:ahLst/>
              <a:cxnLst/>
              <a:rect r="r" b="b" t="t" l="l"/>
              <a:pathLst>
                <a:path h="658883" w="5875038">
                  <a:moveTo>
                    <a:pt x="0" y="0"/>
                  </a:moveTo>
                  <a:lnTo>
                    <a:pt x="5875038" y="0"/>
                  </a:lnTo>
                  <a:lnTo>
                    <a:pt x="5875038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740" r="0" b="-123741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5875033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Корзина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918265" y="8236039"/>
            <a:ext cx="4406275" cy="672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добавление товаров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изменение количества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подсчёт суммы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2152347" y="7375446"/>
            <a:ext cx="5029324" cy="1734903"/>
            <a:chOff x="0" y="0"/>
            <a:chExt cx="6705765" cy="231320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12700" y="12700"/>
              <a:ext cx="6680327" cy="2287778"/>
            </a:xfrm>
            <a:custGeom>
              <a:avLst/>
              <a:gdLst/>
              <a:ahLst/>
              <a:cxnLst/>
              <a:rect r="r" b="b" t="t" l="l"/>
              <a:pathLst>
                <a:path h="2287778" w="6680327">
                  <a:moveTo>
                    <a:pt x="0" y="146431"/>
                  </a:moveTo>
                  <a:cubicBezTo>
                    <a:pt x="0" y="65532"/>
                    <a:pt x="66040" y="0"/>
                    <a:pt x="147447" y="0"/>
                  </a:cubicBezTo>
                  <a:lnTo>
                    <a:pt x="6532880" y="0"/>
                  </a:lnTo>
                  <a:cubicBezTo>
                    <a:pt x="6614287" y="0"/>
                    <a:pt x="6680327" y="65532"/>
                    <a:pt x="6680327" y="146431"/>
                  </a:cubicBezTo>
                  <a:lnTo>
                    <a:pt x="6680327" y="2141347"/>
                  </a:lnTo>
                  <a:cubicBezTo>
                    <a:pt x="6680327" y="2222246"/>
                    <a:pt x="6614287" y="2287778"/>
                    <a:pt x="6532880" y="2287778"/>
                  </a:cubicBezTo>
                  <a:lnTo>
                    <a:pt x="147447" y="2287778"/>
                  </a:lnTo>
                  <a:cubicBezTo>
                    <a:pt x="66040" y="2287778"/>
                    <a:pt x="0" y="2222246"/>
                    <a:pt x="0" y="2141347"/>
                  </a:cubicBezTo>
                  <a:close/>
                </a:path>
              </a:pathLst>
            </a:custGeom>
            <a:solidFill>
              <a:srgbClr val="211517">
                <a:alpha val="93725"/>
              </a:srgbClr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705727" cy="2313178"/>
            </a:xfrm>
            <a:custGeom>
              <a:avLst/>
              <a:gdLst/>
              <a:ahLst/>
              <a:cxnLst/>
              <a:rect r="r" b="b" t="t" l="l"/>
              <a:pathLst>
                <a:path h="2313178" w="6705727">
                  <a:moveTo>
                    <a:pt x="0" y="159131"/>
                  </a:moveTo>
                  <a:cubicBezTo>
                    <a:pt x="0" y="71120"/>
                    <a:pt x="71755" y="0"/>
                    <a:pt x="160147" y="0"/>
                  </a:cubicBezTo>
                  <a:lnTo>
                    <a:pt x="6545580" y="0"/>
                  </a:lnTo>
                  <a:lnTo>
                    <a:pt x="6545580" y="12700"/>
                  </a:lnTo>
                  <a:lnTo>
                    <a:pt x="6545580" y="0"/>
                  </a:lnTo>
                  <a:cubicBezTo>
                    <a:pt x="6633973" y="0"/>
                    <a:pt x="6705727" y="71120"/>
                    <a:pt x="6705727" y="159131"/>
                  </a:cubicBezTo>
                  <a:lnTo>
                    <a:pt x="6693027" y="159131"/>
                  </a:lnTo>
                  <a:lnTo>
                    <a:pt x="6705727" y="159131"/>
                  </a:lnTo>
                  <a:lnTo>
                    <a:pt x="6705727" y="2154047"/>
                  </a:lnTo>
                  <a:lnTo>
                    <a:pt x="6693027" y="2154047"/>
                  </a:lnTo>
                  <a:lnTo>
                    <a:pt x="6705727" y="2154047"/>
                  </a:lnTo>
                  <a:cubicBezTo>
                    <a:pt x="6705727" y="2242058"/>
                    <a:pt x="6633973" y="2313178"/>
                    <a:pt x="6545580" y="2313178"/>
                  </a:cubicBezTo>
                  <a:lnTo>
                    <a:pt x="6545580" y="2300478"/>
                  </a:lnTo>
                  <a:lnTo>
                    <a:pt x="6545580" y="2313178"/>
                  </a:lnTo>
                  <a:lnTo>
                    <a:pt x="160147" y="2313178"/>
                  </a:lnTo>
                  <a:lnTo>
                    <a:pt x="160147" y="2300478"/>
                  </a:lnTo>
                  <a:lnTo>
                    <a:pt x="160147" y="2313178"/>
                  </a:lnTo>
                  <a:cubicBezTo>
                    <a:pt x="71755" y="2313178"/>
                    <a:pt x="0" y="2242058"/>
                    <a:pt x="0" y="2154047"/>
                  </a:cubicBezTo>
                  <a:lnTo>
                    <a:pt x="0" y="159131"/>
                  </a:lnTo>
                  <a:lnTo>
                    <a:pt x="12700" y="159131"/>
                  </a:lnTo>
                  <a:lnTo>
                    <a:pt x="0" y="159131"/>
                  </a:lnTo>
                  <a:moveTo>
                    <a:pt x="25400" y="159131"/>
                  </a:moveTo>
                  <a:lnTo>
                    <a:pt x="25400" y="2154047"/>
                  </a:lnTo>
                  <a:lnTo>
                    <a:pt x="12700" y="2154047"/>
                  </a:lnTo>
                  <a:lnTo>
                    <a:pt x="25400" y="2154047"/>
                  </a:lnTo>
                  <a:cubicBezTo>
                    <a:pt x="25400" y="2227834"/>
                    <a:pt x="85598" y="2287778"/>
                    <a:pt x="160147" y="2287778"/>
                  </a:cubicBezTo>
                  <a:lnTo>
                    <a:pt x="6545580" y="2287778"/>
                  </a:lnTo>
                  <a:cubicBezTo>
                    <a:pt x="6620129" y="2287778"/>
                    <a:pt x="6680327" y="2227834"/>
                    <a:pt x="6680327" y="2154047"/>
                  </a:cubicBezTo>
                  <a:lnTo>
                    <a:pt x="6680327" y="159131"/>
                  </a:lnTo>
                  <a:cubicBezTo>
                    <a:pt x="6680327" y="85344"/>
                    <a:pt x="6620129" y="25400"/>
                    <a:pt x="6545580" y="25400"/>
                  </a:cubicBezTo>
                  <a:lnTo>
                    <a:pt x="160147" y="25400"/>
                  </a:lnTo>
                  <a:lnTo>
                    <a:pt x="160147" y="12700"/>
                  </a:lnTo>
                  <a:lnTo>
                    <a:pt x="160147" y="25400"/>
                  </a:lnTo>
                  <a:cubicBezTo>
                    <a:pt x="85725" y="25400"/>
                    <a:pt x="25400" y="85344"/>
                    <a:pt x="25400" y="159131"/>
                  </a:cubicBezTo>
                  <a:close/>
                </a:path>
              </a:pathLst>
            </a:custGeom>
            <a:solidFill>
              <a:srgbClr val="5A2630">
                <a:alpha val="72157"/>
              </a:srgbClr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2463863" y="7632059"/>
            <a:ext cx="4406275" cy="494167"/>
            <a:chOff x="0" y="0"/>
            <a:chExt cx="5875033" cy="65888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875038" cy="658883"/>
            </a:xfrm>
            <a:custGeom>
              <a:avLst/>
              <a:gdLst/>
              <a:ahLst/>
              <a:cxnLst/>
              <a:rect r="r" b="b" t="t" l="l"/>
              <a:pathLst>
                <a:path h="658883" w="5875038">
                  <a:moveTo>
                    <a:pt x="0" y="0"/>
                  </a:moveTo>
                  <a:lnTo>
                    <a:pt x="5875038" y="0"/>
                  </a:lnTo>
                  <a:lnTo>
                    <a:pt x="5875038" y="658883"/>
                  </a:lnTo>
                  <a:lnTo>
                    <a:pt x="0" y="6588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740" r="0" b="-12374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5875033" cy="668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1"/>
                </a:lnSpc>
              </a:pPr>
              <a:r>
                <a:rPr lang="en-US" sz="2101" b="true">
                  <a:solidFill>
                    <a:srgbClr val="F8EFE6"/>
                  </a:solidFill>
                  <a:latin typeface="Aptos Bold"/>
                  <a:ea typeface="Aptos Bold"/>
                  <a:cs typeface="Aptos Bold"/>
                  <a:sym typeface="Aptos Bold"/>
                </a:rPr>
                <a:t>Заказ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2463863" y="8236039"/>
            <a:ext cx="4406275" cy="672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проверка формы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контактные данные клиента</a:t>
            </a:r>
          </a:p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CDB9AE"/>
                </a:solidFill>
                <a:latin typeface="Aptos"/>
                <a:ea typeface="Aptos"/>
                <a:cs typeface="Aptos"/>
                <a:sym typeface="Aptos"/>
              </a:rPr>
              <a:t>очистка корзины после отправки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7050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0431" y="384353"/>
            <a:ext cx="17295676" cy="38129"/>
            <a:chOff x="0" y="0"/>
            <a:chExt cx="23060901" cy="508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060913" cy="50800"/>
            </a:xfrm>
            <a:custGeom>
              <a:avLst/>
              <a:gdLst/>
              <a:ahLst/>
              <a:cxnLst/>
              <a:rect r="r" b="b" t="t" l="l"/>
              <a:pathLst>
                <a:path h="50800" w="23060913">
                  <a:moveTo>
                    <a:pt x="0" y="0"/>
                  </a:moveTo>
                  <a:lnTo>
                    <a:pt x="23060913" y="0"/>
                  </a:lnTo>
                  <a:lnTo>
                    <a:pt x="23060913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E2375B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54971" y="608181"/>
            <a:ext cx="6177029" cy="35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ФРАГМЕНТ КОДА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4971" y="1125588"/>
            <a:ext cx="1578573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FF7ED"/>
                </a:solidFill>
                <a:latin typeface="Aptos Bold"/>
                <a:ea typeface="Aptos Bold"/>
                <a:cs typeface="Aptos Bold"/>
                <a:sym typeface="Aptos Bold"/>
              </a:rPr>
              <a:t>HTML: базовая структура страницы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4971" y="1784471"/>
            <a:ext cx="16197539" cy="48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B8AAA3"/>
                </a:solidFill>
                <a:latin typeface="Aptos"/>
                <a:ea typeface="Aptos"/>
                <a:cs typeface="Aptos"/>
                <a:sym typeface="Aptos"/>
              </a:rPr>
              <a:t>Показываем подключение CSS, data.js и app.js, а также шапку и навигацию сайта.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14073" y="2502456"/>
            <a:ext cx="10382745" cy="6401991"/>
            <a:chOff x="0" y="0"/>
            <a:chExt cx="13843660" cy="85359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700" y="12700"/>
              <a:ext cx="13818236" cy="8510524"/>
            </a:xfrm>
            <a:custGeom>
              <a:avLst/>
              <a:gdLst/>
              <a:ahLst/>
              <a:cxnLst/>
              <a:rect r="r" b="b" t="t" l="l"/>
              <a:pathLst>
                <a:path h="8510524" w="13818236">
                  <a:moveTo>
                    <a:pt x="0" y="1418463"/>
                  </a:moveTo>
                  <a:cubicBezTo>
                    <a:pt x="0" y="635127"/>
                    <a:pt x="635762" y="0"/>
                    <a:pt x="1420114" y="0"/>
                  </a:cubicBezTo>
                  <a:lnTo>
                    <a:pt x="12398121" y="0"/>
                  </a:lnTo>
                  <a:cubicBezTo>
                    <a:pt x="13182473" y="0"/>
                    <a:pt x="13818236" y="635127"/>
                    <a:pt x="13818236" y="1418463"/>
                  </a:cubicBezTo>
                  <a:lnTo>
                    <a:pt x="13818236" y="7092061"/>
                  </a:lnTo>
                  <a:cubicBezTo>
                    <a:pt x="13818236" y="7875397"/>
                    <a:pt x="13182473" y="8510524"/>
                    <a:pt x="12398121" y="8510524"/>
                  </a:cubicBezTo>
                  <a:lnTo>
                    <a:pt x="1420114" y="8510524"/>
                  </a:lnTo>
                  <a:cubicBezTo>
                    <a:pt x="635762" y="8510524"/>
                    <a:pt x="0" y="7875524"/>
                    <a:pt x="0" y="7092061"/>
                  </a:cubicBezTo>
                  <a:close/>
                </a:path>
              </a:pathLst>
            </a:custGeom>
            <a:solidFill>
              <a:srgbClr val="0C1016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843636" cy="8535924"/>
            </a:xfrm>
            <a:custGeom>
              <a:avLst/>
              <a:gdLst/>
              <a:ahLst/>
              <a:cxnLst/>
              <a:rect r="r" b="b" t="t" l="l"/>
              <a:pathLst>
                <a:path h="8535924" w="13843636">
                  <a:moveTo>
                    <a:pt x="0" y="1431163"/>
                  </a:moveTo>
                  <a:cubicBezTo>
                    <a:pt x="0" y="640715"/>
                    <a:pt x="641477" y="0"/>
                    <a:pt x="1432814" y="0"/>
                  </a:cubicBezTo>
                  <a:lnTo>
                    <a:pt x="12410821" y="0"/>
                  </a:lnTo>
                  <a:lnTo>
                    <a:pt x="12410821" y="12700"/>
                  </a:lnTo>
                  <a:lnTo>
                    <a:pt x="12410821" y="0"/>
                  </a:lnTo>
                  <a:cubicBezTo>
                    <a:pt x="13202158" y="0"/>
                    <a:pt x="13843636" y="640715"/>
                    <a:pt x="13843636" y="1431163"/>
                  </a:cubicBezTo>
                  <a:lnTo>
                    <a:pt x="13830936" y="1431163"/>
                  </a:lnTo>
                  <a:lnTo>
                    <a:pt x="13843636" y="1431163"/>
                  </a:lnTo>
                  <a:lnTo>
                    <a:pt x="13843636" y="7104761"/>
                  </a:lnTo>
                  <a:lnTo>
                    <a:pt x="13830936" y="7104761"/>
                  </a:lnTo>
                  <a:lnTo>
                    <a:pt x="13843636" y="7104761"/>
                  </a:lnTo>
                  <a:cubicBezTo>
                    <a:pt x="13843636" y="7895209"/>
                    <a:pt x="13202158" y="8535924"/>
                    <a:pt x="12410821" y="8535924"/>
                  </a:cubicBezTo>
                  <a:lnTo>
                    <a:pt x="12410821" y="8523224"/>
                  </a:lnTo>
                  <a:lnTo>
                    <a:pt x="12410821" y="8535924"/>
                  </a:lnTo>
                  <a:lnTo>
                    <a:pt x="1432814" y="8535924"/>
                  </a:lnTo>
                  <a:lnTo>
                    <a:pt x="1432814" y="8523224"/>
                  </a:lnTo>
                  <a:lnTo>
                    <a:pt x="1432814" y="8535924"/>
                  </a:lnTo>
                  <a:cubicBezTo>
                    <a:pt x="641477" y="8535924"/>
                    <a:pt x="0" y="7895209"/>
                    <a:pt x="0" y="7104761"/>
                  </a:cubicBezTo>
                  <a:lnTo>
                    <a:pt x="0" y="1431163"/>
                  </a:lnTo>
                  <a:lnTo>
                    <a:pt x="12700" y="1431163"/>
                  </a:lnTo>
                  <a:lnTo>
                    <a:pt x="0" y="1431163"/>
                  </a:lnTo>
                  <a:moveTo>
                    <a:pt x="25400" y="1431163"/>
                  </a:moveTo>
                  <a:lnTo>
                    <a:pt x="25400" y="7104761"/>
                  </a:lnTo>
                  <a:lnTo>
                    <a:pt x="12700" y="7104761"/>
                  </a:lnTo>
                  <a:lnTo>
                    <a:pt x="25400" y="7104761"/>
                  </a:lnTo>
                  <a:cubicBezTo>
                    <a:pt x="25400" y="7881112"/>
                    <a:pt x="655447" y="8510524"/>
                    <a:pt x="1432814" y="8510524"/>
                  </a:cubicBezTo>
                  <a:lnTo>
                    <a:pt x="12410821" y="8510524"/>
                  </a:lnTo>
                  <a:cubicBezTo>
                    <a:pt x="13188060" y="8510524"/>
                    <a:pt x="13818236" y="7881112"/>
                    <a:pt x="13818236" y="7104761"/>
                  </a:cubicBezTo>
                  <a:lnTo>
                    <a:pt x="13818236" y="1431163"/>
                  </a:lnTo>
                  <a:cubicBezTo>
                    <a:pt x="13818236" y="654812"/>
                    <a:pt x="13188187" y="25400"/>
                    <a:pt x="12410821" y="25400"/>
                  </a:cubicBezTo>
                  <a:lnTo>
                    <a:pt x="1432814" y="25400"/>
                  </a:lnTo>
                  <a:lnTo>
                    <a:pt x="1432814" y="12700"/>
                  </a:lnTo>
                  <a:lnTo>
                    <a:pt x="1432814" y="25400"/>
                  </a:lnTo>
                  <a:cubicBezTo>
                    <a:pt x="655447" y="25400"/>
                    <a:pt x="25400" y="654812"/>
                    <a:pt x="25400" y="1431163"/>
                  </a:cubicBezTo>
                  <a:close/>
                </a:path>
              </a:pathLst>
            </a:custGeom>
            <a:solidFill>
              <a:srgbClr val="282124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726818" y="2571093"/>
            <a:ext cx="4892050" cy="1501550"/>
            <a:chOff x="0" y="0"/>
            <a:chExt cx="6522733" cy="200206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1983431" y="2772794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head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83431" y="3212049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meta, title, icon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CSS и JS-файлы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726818" y="4437926"/>
            <a:ext cx="4892050" cy="1501550"/>
            <a:chOff x="0" y="0"/>
            <a:chExt cx="6522733" cy="200206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1983431" y="4639637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D7A85D"/>
                </a:solidFill>
                <a:latin typeface="Aptos Bold"/>
                <a:ea typeface="Aptos Bold"/>
                <a:cs typeface="Aptos Bold"/>
                <a:sym typeface="Aptos Bold"/>
              </a:rPr>
              <a:t>header/nav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983431" y="5078892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логотип, меню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переходы между страницами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726818" y="6304759"/>
            <a:ext cx="4892050" cy="1501550"/>
            <a:chOff x="0" y="0"/>
            <a:chExt cx="6522733" cy="20020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983431" y="6506470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8CAE67"/>
                </a:solidFill>
                <a:latin typeface="Aptos Bold"/>
                <a:ea typeface="Aptos Bold"/>
                <a:cs typeface="Aptos Bold"/>
                <a:sym typeface="Aptos Bold"/>
              </a:rPr>
              <a:t>data-page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983431" y="6945725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помогает JS понять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какая страница открыта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769936" y="2785443"/>
            <a:ext cx="8471011" cy="5836015"/>
            <a:chOff x="0" y="0"/>
            <a:chExt cx="11294682" cy="7781354"/>
          </a:xfrm>
        </p:grpSpPr>
        <p:sp>
          <p:nvSpPr>
            <p:cNvPr name="Freeform 28" id="28" descr="89c4bee9-e52d-4cc3-84d7-df594a2996b8.png"/>
            <p:cNvSpPr/>
            <p:nvPr/>
          </p:nvSpPr>
          <p:spPr>
            <a:xfrm flipH="false" flipV="false" rot="0">
              <a:off x="0" y="0"/>
              <a:ext cx="11294618" cy="7781417"/>
            </a:xfrm>
            <a:custGeom>
              <a:avLst/>
              <a:gdLst/>
              <a:ahLst/>
              <a:cxnLst/>
              <a:rect r="r" b="b" t="t" l="l"/>
              <a:pathLst>
                <a:path h="7781417" w="11294618">
                  <a:moveTo>
                    <a:pt x="0" y="0"/>
                  </a:moveTo>
                  <a:lnTo>
                    <a:pt x="11294618" y="0"/>
                  </a:lnTo>
                  <a:lnTo>
                    <a:pt x="11294618" y="7781417"/>
                  </a:lnTo>
                  <a:lnTo>
                    <a:pt x="0" y="778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7050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0431" y="384353"/>
            <a:ext cx="17295676" cy="38129"/>
            <a:chOff x="0" y="0"/>
            <a:chExt cx="23060901" cy="508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060913" cy="50800"/>
            </a:xfrm>
            <a:custGeom>
              <a:avLst/>
              <a:gdLst/>
              <a:ahLst/>
              <a:cxnLst/>
              <a:rect r="r" b="b" t="t" l="l"/>
              <a:pathLst>
                <a:path h="50800" w="23060913">
                  <a:moveTo>
                    <a:pt x="0" y="0"/>
                  </a:moveTo>
                  <a:lnTo>
                    <a:pt x="23060913" y="0"/>
                  </a:lnTo>
                  <a:lnTo>
                    <a:pt x="23060913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E2375B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54971" y="608181"/>
            <a:ext cx="6177029" cy="35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ФРАГМЕНТ КОДА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4971" y="1125588"/>
            <a:ext cx="1578573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FF7ED"/>
                </a:solidFill>
                <a:latin typeface="Aptos Bold"/>
                <a:ea typeface="Aptos Bold"/>
                <a:cs typeface="Aptos Bold"/>
                <a:sym typeface="Aptos Bold"/>
              </a:rPr>
              <a:t>HTML: структура каталога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4971" y="1784471"/>
            <a:ext cx="16197539" cy="48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B8AAA3"/>
                </a:solidFill>
                <a:latin typeface="Aptos"/>
                <a:ea typeface="Aptos"/>
                <a:cs typeface="Aptos"/>
                <a:sym typeface="Aptos"/>
              </a:rPr>
              <a:t>Этот фрагмент показывает элементы, через которые пользователь ищет, сортирует и фильтрует товары.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14073" y="2502456"/>
            <a:ext cx="10382745" cy="6401991"/>
            <a:chOff x="0" y="0"/>
            <a:chExt cx="13843660" cy="85359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700" y="12700"/>
              <a:ext cx="13818236" cy="8510524"/>
            </a:xfrm>
            <a:custGeom>
              <a:avLst/>
              <a:gdLst/>
              <a:ahLst/>
              <a:cxnLst/>
              <a:rect r="r" b="b" t="t" l="l"/>
              <a:pathLst>
                <a:path h="8510524" w="13818236">
                  <a:moveTo>
                    <a:pt x="0" y="1418463"/>
                  </a:moveTo>
                  <a:cubicBezTo>
                    <a:pt x="0" y="635127"/>
                    <a:pt x="635762" y="0"/>
                    <a:pt x="1420114" y="0"/>
                  </a:cubicBezTo>
                  <a:lnTo>
                    <a:pt x="12398121" y="0"/>
                  </a:lnTo>
                  <a:cubicBezTo>
                    <a:pt x="13182473" y="0"/>
                    <a:pt x="13818236" y="635127"/>
                    <a:pt x="13818236" y="1418463"/>
                  </a:cubicBezTo>
                  <a:lnTo>
                    <a:pt x="13818236" y="7092061"/>
                  </a:lnTo>
                  <a:cubicBezTo>
                    <a:pt x="13818236" y="7875397"/>
                    <a:pt x="13182473" y="8510524"/>
                    <a:pt x="12398121" y="8510524"/>
                  </a:cubicBezTo>
                  <a:lnTo>
                    <a:pt x="1420114" y="8510524"/>
                  </a:lnTo>
                  <a:cubicBezTo>
                    <a:pt x="635762" y="8510524"/>
                    <a:pt x="0" y="7875524"/>
                    <a:pt x="0" y="7092061"/>
                  </a:cubicBezTo>
                  <a:close/>
                </a:path>
              </a:pathLst>
            </a:custGeom>
            <a:solidFill>
              <a:srgbClr val="0C1016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843636" cy="8535924"/>
            </a:xfrm>
            <a:custGeom>
              <a:avLst/>
              <a:gdLst/>
              <a:ahLst/>
              <a:cxnLst/>
              <a:rect r="r" b="b" t="t" l="l"/>
              <a:pathLst>
                <a:path h="8535924" w="13843636">
                  <a:moveTo>
                    <a:pt x="0" y="1431163"/>
                  </a:moveTo>
                  <a:cubicBezTo>
                    <a:pt x="0" y="640715"/>
                    <a:pt x="641477" y="0"/>
                    <a:pt x="1432814" y="0"/>
                  </a:cubicBezTo>
                  <a:lnTo>
                    <a:pt x="12410821" y="0"/>
                  </a:lnTo>
                  <a:lnTo>
                    <a:pt x="12410821" y="12700"/>
                  </a:lnTo>
                  <a:lnTo>
                    <a:pt x="12410821" y="0"/>
                  </a:lnTo>
                  <a:cubicBezTo>
                    <a:pt x="13202158" y="0"/>
                    <a:pt x="13843636" y="640715"/>
                    <a:pt x="13843636" y="1431163"/>
                  </a:cubicBezTo>
                  <a:lnTo>
                    <a:pt x="13830936" y="1431163"/>
                  </a:lnTo>
                  <a:lnTo>
                    <a:pt x="13843636" y="1431163"/>
                  </a:lnTo>
                  <a:lnTo>
                    <a:pt x="13843636" y="7104761"/>
                  </a:lnTo>
                  <a:lnTo>
                    <a:pt x="13830936" y="7104761"/>
                  </a:lnTo>
                  <a:lnTo>
                    <a:pt x="13843636" y="7104761"/>
                  </a:lnTo>
                  <a:cubicBezTo>
                    <a:pt x="13843636" y="7895209"/>
                    <a:pt x="13202158" y="8535924"/>
                    <a:pt x="12410821" y="8535924"/>
                  </a:cubicBezTo>
                  <a:lnTo>
                    <a:pt x="12410821" y="8523224"/>
                  </a:lnTo>
                  <a:lnTo>
                    <a:pt x="12410821" y="8535924"/>
                  </a:lnTo>
                  <a:lnTo>
                    <a:pt x="1432814" y="8535924"/>
                  </a:lnTo>
                  <a:lnTo>
                    <a:pt x="1432814" y="8523224"/>
                  </a:lnTo>
                  <a:lnTo>
                    <a:pt x="1432814" y="8535924"/>
                  </a:lnTo>
                  <a:cubicBezTo>
                    <a:pt x="641477" y="8535924"/>
                    <a:pt x="0" y="7895209"/>
                    <a:pt x="0" y="7104761"/>
                  </a:cubicBezTo>
                  <a:lnTo>
                    <a:pt x="0" y="1431163"/>
                  </a:lnTo>
                  <a:lnTo>
                    <a:pt x="12700" y="1431163"/>
                  </a:lnTo>
                  <a:lnTo>
                    <a:pt x="0" y="1431163"/>
                  </a:lnTo>
                  <a:moveTo>
                    <a:pt x="25400" y="1431163"/>
                  </a:moveTo>
                  <a:lnTo>
                    <a:pt x="25400" y="7104761"/>
                  </a:lnTo>
                  <a:lnTo>
                    <a:pt x="12700" y="7104761"/>
                  </a:lnTo>
                  <a:lnTo>
                    <a:pt x="25400" y="7104761"/>
                  </a:lnTo>
                  <a:cubicBezTo>
                    <a:pt x="25400" y="7881112"/>
                    <a:pt x="655447" y="8510524"/>
                    <a:pt x="1432814" y="8510524"/>
                  </a:cubicBezTo>
                  <a:lnTo>
                    <a:pt x="12410821" y="8510524"/>
                  </a:lnTo>
                  <a:cubicBezTo>
                    <a:pt x="13188060" y="8510524"/>
                    <a:pt x="13818236" y="7881112"/>
                    <a:pt x="13818236" y="7104761"/>
                  </a:cubicBezTo>
                  <a:lnTo>
                    <a:pt x="13818236" y="1431163"/>
                  </a:lnTo>
                  <a:cubicBezTo>
                    <a:pt x="13818236" y="654812"/>
                    <a:pt x="13188187" y="25400"/>
                    <a:pt x="12410821" y="25400"/>
                  </a:cubicBezTo>
                  <a:lnTo>
                    <a:pt x="1432814" y="25400"/>
                  </a:lnTo>
                  <a:lnTo>
                    <a:pt x="1432814" y="12700"/>
                  </a:lnTo>
                  <a:lnTo>
                    <a:pt x="1432814" y="25400"/>
                  </a:lnTo>
                  <a:cubicBezTo>
                    <a:pt x="655447" y="25400"/>
                    <a:pt x="25400" y="654812"/>
                    <a:pt x="25400" y="1431163"/>
                  </a:cubicBezTo>
                  <a:close/>
                </a:path>
              </a:pathLst>
            </a:custGeom>
            <a:solidFill>
              <a:srgbClr val="282124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726818" y="2571093"/>
            <a:ext cx="4892050" cy="1501550"/>
            <a:chOff x="0" y="0"/>
            <a:chExt cx="6522733" cy="200206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1983431" y="2772794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Поиск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83431" y="3212049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data-search-input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ввод названия товара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726818" y="4437926"/>
            <a:ext cx="4892050" cy="1501550"/>
            <a:chOff x="0" y="0"/>
            <a:chExt cx="6522733" cy="200206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1983431" y="4639637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D7A85D"/>
                </a:solidFill>
                <a:latin typeface="Aptos Bold"/>
                <a:ea typeface="Aptos Bold"/>
                <a:cs typeface="Aptos Bold"/>
                <a:sym typeface="Aptos Bold"/>
              </a:rPr>
              <a:t>Сортировка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983431" y="5078892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data-sort-select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порядок отображения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726818" y="6304759"/>
            <a:ext cx="4892050" cy="1501550"/>
            <a:chOff x="0" y="0"/>
            <a:chExt cx="6522733" cy="20020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983431" y="6506470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8CAE67"/>
                </a:solidFill>
                <a:latin typeface="Aptos Bold"/>
                <a:ea typeface="Aptos Bold"/>
                <a:cs typeface="Aptos Bold"/>
                <a:sym typeface="Aptos Bold"/>
              </a:rPr>
              <a:t>Контейнер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983431" y="6945725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data-products-grid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сюда JS вставляет карточки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2727989" y="2785443"/>
            <a:ext cx="6554895" cy="5836015"/>
            <a:chOff x="0" y="0"/>
            <a:chExt cx="8739861" cy="7781354"/>
          </a:xfrm>
        </p:grpSpPr>
        <p:sp>
          <p:nvSpPr>
            <p:cNvPr name="Freeform 28" id="28" descr="c1080606-8897-45bd-8d76-abd753f63046.png"/>
            <p:cNvSpPr/>
            <p:nvPr/>
          </p:nvSpPr>
          <p:spPr>
            <a:xfrm flipH="false" flipV="false" rot="0">
              <a:off x="0" y="0"/>
              <a:ext cx="8739886" cy="7781417"/>
            </a:xfrm>
            <a:custGeom>
              <a:avLst/>
              <a:gdLst/>
              <a:ahLst/>
              <a:cxnLst/>
              <a:rect r="r" b="b" t="t" l="l"/>
              <a:pathLst>
                <a:path h="7781417" w="8739886">
                  <a:moveTo>
                    <a:pt x="0" y="0"/>
                  </a:moveTo>
                  <a:lnTo>
                    <a:pt x="8739886" y="0"/>
                  </a:lnTo>
                  <a:lnTo>
                    <a:pt x="8739886" y="7781417"/>
                  </a:lnTo>
                  <a:lnTo>
                    <a:pt x="0" y="778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7050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0431" y="384353"/>
            <a:ext cx="17295676" cy="38129"/>
            <a:chOff x="0" y="0"/>
            <a:chExt cx="23060901" cy="508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060913" cy="50800"/>
            </a:xfrm>
            <a:custGeom>
              <a:avLst/>
              <a:gdLst/>
              <a:ahLst/>
              <a:cxnLst/>
              <a:rect r="r" b="b" t="t" l="l"/>
              <a:pathLst>
                <a:path h="50800" w="23060913">
                  <a:moveTo>
                    <a:pt x="0" y="0"/>
                  </a:moveTo>
                  <a:lnTo>
                    <a:pt x="23060913" y="0"/>
                  </a:lnTo>
                  <a:lnTo>
                    <a:pt x="23060913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E2375B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54971" y="608181"/>
            <a:ext cx="6177029" cy="35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ФРАГМЕНТ КОДА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4971" y="1125588"/>
            <a:ext cx="1578573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FF7ED"/>
                </a:solidFill>
                <a:latin typeface="Aptos Bold"/>
                <a:ea typeface="Aptos Bold"/>
                <a:cs typeface="Aptos Bold"/>
                <a:sym typeface="Aptos Bold"/>
              </a:rPr>
              <a:t>Данные каталога: data.js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4971" y="1784471"/>
            <a:ext cx="16197539" cy="48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B8AAA3"/>
                </a:solidFill>
                <a:latin typeface="Aptos"/>
                <a:ea typeface="Aptos"/>
                <a:cs typeface="Aptos"/>
                <a:sym typeface="Aptos"/>
              </a:rPr>
              <a:t>Список товаров вынесен отдельно от логики, чтобы его было проще изменять и дополнять.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14073" y="2502456"/>
            <a:ext cx="10382745" cy="6401991"/>
            <a:chOff x="0" y="0"/>
            <a:chExt cx="13843660" cy="85359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700" y="12700"/>
              <a:ext cx="13818236" cy="8510524"/>
            </a:xfrm>
            <a:custGeom>
              <a:avLst/>
              <a:gdLst/>
              <a:ahLst/>
              <a:cxnLst/>
              <a:rect r="r" b="b" t="t" l="l"/>
              <a:pathLst>
                <a:path h="8510524" w="13818236">
                  <a:moveTo>
                    <a:pt x="0" y="1418463"/>
                  </a:moveTo>
                  <a:cubicBezTo>
                    <a:pt x="0" y="635127"/>
                    <a:pt x="635762" y="0"/>
                    <a:pt x="1420114" y="0"/>
                  </a:cubicBezTo>
                  <a:lnTo>
                    <a:pt x="12398121" y="0"/>
                  </a:lnTo>
                  <a:cubicBezTo>
                    <a:pt x="13182473" y="0"/>
                    <a:pt x="13818236" y="635127"/>
                    <a:pt x="13818236" y="1418463"/>
                  </a:cubicBezTo>
                  <a:lnTo>
                    <a:pt x="13818236" y="7092061"/>
                  </a:lnTo>
                  <a:cubicBezTo>
                    <a:pt x="13818236" y="7875397"/>
                    <a:pt x="13182473" y="8510524"/>
                    <a:pt x="12398121" y="8510524"/>
                  </a:cubicBezTo>
                  <a:lnTo>
                    <a:pt x="1420114" y="8510524"/>
                  </a:lnTo>
                  <a:cubicBezTo>
                    <a:pt x="635762" y="8510524"/>
                    <a:pt x="0" y="7875524"/>
                    <a:pt x="0" y="7092061"/>
                  </a:cubicBezTo>
                  <a:close/>
                </a:path>
              </a:pathLst>
            </a:custGeom>
            <a:solidFill>
              <a:srgbClr val="0C1016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843636" cy="8535924"/>
            </a:xfrm>
            <a:custGeom>
              <a:avLst/>
              <a:gdLst/>
              <a:ahLst/>
              <a:cxnLst/>
              <a:rect r="r" b="b" t="t" l="l"/>
              <a:pathLst>
                <a:path h="8535924" w="13843636">
                  <a:moveTo>
                    <a:pt x="0" y="1431163"/>
                  </a:moveTo>
                  <a:cubicBezTo>
                    <a:pt x="0" y="640715"/>
                    <a:pt x="641477" y="0"/>
                    <a:pt x="1432814" y="0"/>
                  </a:cubicBezTo>
                  <a:lnTo>
                    <a:pt x="12410821" y="0"/>
                  </a:lnTo>
                  <a:lnTo>
                    <a:pt x="12410821" y="12700"/>
                  </a:lnTo>
                  <a:lnTo>
                    <a:pt x="12410821" y="0"/>
                  </a:lnTo>
                  <a:cubicBezTo>
                    <a:pt x="13202158" y="0"/>
                    <a:pt x="13843636" y="640715"/>
                    <a:pt x="13843636" y="1431163"/>
                  </a:cubicBezTo>
                  <a:lnTo>
                    <a:pt x="13830936" y="1431163"/>
                  </a:lnTo>
                  <a:lnTo>
                    <a:pt x="13843636" y="1431163"/>
                  </a:lnTo>
                  <a:lnTo>
                    <a:pt x="13843636" y="7104761"/>
                  </a:lnTo>
                  <a:lnTo>
                    <a:pt x="13830936" y="7104761"/>
                  </a:lnTo>
                  <a:lnTo>
                    <a:pt x="13843636" y="7104761"/>
                  </a:lnTo>
                  <a:cubicBezTo>
                    <a:pt x="13843636" y="7895209"/>
                    <a:pt x="13202158" y="8535924"/>
                    <a:pt x="12410821" y="8535924"/>
                  </a:cubicBezTo>
                  <a:lnTo>
                    <a:pt x="12410821" y="8523224"/>
                  </a:lnTo>
                  <a:lnTo>
                    <a:pt x="12410821" y="8535924"/>
                  </a:lnTo>
                  <a:lnTo>
                    <a:pt x="1432814" y="8535924"/>
                  </a:lnTo>
                  <a:lnTo>
                    <a:pt x="1432814" y="8523224"/>
                  </a:lnTo>
                  <a:lnTo>
                    <a:pt x="1432814" y="8535924"/>
                  </a:lnTo>
                  <a:cubicBezTo>
                    <a:pt x="641477" y="8535924"/>
                    <a:pt x="0" y="7895209"/>
                    <a:pt x="0" y="7104761"/>
                  </a:cubicBezTo>
                  <a:lnTo>
                    <a:pt x="0" y="1431163"/>
                  </a:lnTo>
                  <a:lnTo>
                    <a:pt x="12700" y="1431163"/>
                  </a:lnTo>
                  <a:lnTo>
                    <a:pt x="0" y="1431163"/>
                  </a:lnTo>
                  <a:moveTo>
                    <a:pt x="25400" y="1431163"/>
                  </a:moveTo>
                  <a:lnTo>
                    <a:pt x="25400" y="7104761"/>
                  </a:lnTo>
                  <a:lnTo>
                    <a:pt x="12700" y="7104761"/>
                  </a:lnTo>
                  <a:lnTo>
                    <a:pt x="25400" y="7104761"/>
                  </a:lnTo>
                  <a:cubicBezTo>
                    <a:pt x="25400" y="7881112"/>
                    <a:pt x="655447" y="8510524"/>
                    <a:pt x="1432814" y="8510524"/>
                  </a:cubicBezTo>
                  <a:lnTo>
                    <a:pt x="12410821" y="8510524"/>
                  </a:lnTo>
                  <a:cubicBezTo>
                    <a:pt x="13188060" y="8510524"/>
                    <a:pt x="13818236" y="7881112"/>
                    <a:pt x="13818236" y="7104761"/>
                  </a:cubicBezTo>
                  <a:lnTo>
                    <a:pt x="13818236" y="1431163"/>
                  </a:lnTo>
                  <a:cubicBezTo>
                    <a:pt x="13818236" y="654812"/>
                    <a:pt x="13188187" y="25400"/>
                    <a:pt x="12410821" y="25400"/>
                  </a:cubicBezTo>
                  <a:lnTo>
                    <a:pt x="1432814" y="25400"/>
                  </a:lnTo>
                  <a:lnTo>
                    <a:pt x="1432814" y="12700"/>
                  </a:lnTo>
                  <a:lnTo>
                    <a:pt x="1432814" y="25400"/>
                  </a:lnTo>
                  <a:cubicBezTo>
                    <a:pt x="655447" y="25400"/>
                    <a:pt x="25400" y="654812"/>
                    <a:pt x="25400" y="1431163"/>
                  </a:cubicBezTo>
                  <a:close/>
                </a:path>
              </a:pathLst>
            </a:custGeom>
            <a:solidFill>
              <a:srgbClr val="282124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726818" y="2571093"/>
            <a:ext cx="4892050" cy="1501550"/>
            <a:chOff x="0" y="0"/>
            <a:chExt cx="6522733" cy="200206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1983431" y="2772794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PRODUCTS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83431" y="3212049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массив объектов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каждый объект = товар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726818" y="4437926"/>
            <a:ext cx="4892050" cy="1501550"/>
            <a:chOff x="0" y="0"/>
            <a:chExt cx="6522733" cy="200206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1983431" y="4639637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D7A85D"/>
                </a:solidFill>
                <a:latin typeface="Aptos Bold"/>
                <a:ea typeface="Aptos Bold"/>
                <a:cs typeface="Aptos Bold"/>
                <a:sym typeface="Aptos Bold"/>
              </a:rPr>
              <a:t>Поля товара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983431" y="5078892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id, name, category,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price, image, description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726818" y="6304759"/>
            <a:ext cx="4892050" cy="1501550"/>
            <a:chOff x="0" y="0"/>
            <a:chExt cx="6522733" cy="20020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983431" y="6506470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8CAE67"/>
                </a:solidFill>
                <a:latin typeface="Aptos Bold"/>
                <a:ea typeface="Aptos Bold"/>
                <a:cs typeface="Aptos Bold"/>
                <a:sym typeface="Aptos Bold"/>
              </a:rPr>
              <a:t>Связь с app.js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983431" y="6945725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логика сайта берёт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товары из PRODUCTS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2242652" y="2785443"/>
            <a:ext cx="7525588" cy="5836015"/>
            <a:chOff x="0" y="0"/>
            <a:chExt cx="10034118" cy="7781354"/>
          </a:xfrm>
        </p:grpSpPr>
        <p:sp>
          <p:nvSpPr>
            <p:cNvPr name="Freeform 28" id="28" descr="69b7ce7e-3406-49f9-9f96-77de9943e981.png"/>
            <p:cNvSpPr/>
            <p:nvPr/>
          </p:nvSpPr>
          <p:spPr>
            <a:xfrm flipH="false" flipV="false" rot="0">
              <a:off x="0" y="0"/>
              <a:ext cx="10034143" cy="7781417"/>
            </a:xfrm>
            <a:custGeom>
              <a:avLst/>
              <a:gdLst/>
              <a:ahLst/>
              <a:cxnLst/>
              <a:rect r="r" b="b" t="t" l="l"/>
              <a:pathLst>
                <a:path h="7781417" w="10034143">
                  <a:moveTo>
                    <a:pt x="0" y="0"/>
                  </a:moveTo>
                  <a:lnTo>
                    <a:pt x="10034143" y="0"/>
                  </a:lnTo>
                  <a:lnTo>
                    <a:pt x="10034143" y="7781417"/>
                  </a:lnTo>
                  <a:lnTo>
                    <a:pt x="0" y="778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7050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0431" y="384353"/>
            <a:ext cx="17295676" cy="38129"/>
            <a:chOff x="0" y="0"/>
            <a:chExt cx="23060901" cy="508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060913" cy="50800"/>
            </a:xfrm>
            <a:custGeom>
              <a:avLst/>
              <a:gdLst/>
              <a:ahLst/>
              <a:cxnLst/>
              <a:rect r="r" b="b" t="t" l="l"/>
              <a:pathLst>
                <a:path h="50800" w="23060913">
                  <a:moveTo>
                    <a:pt x="0" y="0"/>
                  </a:moveTo>
                  <a:lnTo>
                    <a:pt x="23060913" y="0"/>
                  </a:lnTo>
                  <a:lnTo>
                    <a:pt x="23060913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E2375B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54971" y="608181"/>
            <a:ext cx="6177029" cy="35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ФРАГМЕНТ КОДА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4971" y="1125588"/>
            <a:ext cx="1578573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FF7ED"/>
                </a:solidFill>
                <a:latin typeface="Aptos Bold"/>
                <a:ea typeface="Aptos Bold"/>
                <a:cs typeface="Aptos Bold"/>
                <a:sym typeface="Aptos Bold"/>
              </a:rPr>
              <a:t>JavaScript: поиск и фильтрация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4971" y="1784471"/>
            <a:ext cx="16197539" cy="48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B8AAA3"/>
                </a:solidFill>
                <a:latin typeface="Aptos"/>
                <a:ea typeface="Aptos"/>
                <a:cs typeface="Aptos"/>
                <a:sym typeface="Aptos"/>
              </a:rPr>
              <a:t>Функции выбирают нужные товары и заново выводят карточки каталога без перезагрузки страницы.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14073" y="2502456"/>
            <a:ext cx="10382745" cy="6401991"/>
            <a:chOff x="0" y="0"/>
            <a:chExt cx="13843660" cy="85359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700" y="12700"/>
              <a:ext cx="13818236" cy="8510524"/>
            </a:xfrm>
            <a:custGeom>
              <a:avLst/>
              <a:gdLst/>
              <a:ahLst/>
              <a:cxnLst/>
              <a:rect r="r" b="b" t="t" l="l"/>
              <a:pathLst>
                <a:path h="8510524" w="13818236">
                  <a:moveTo>
                    <a:pt x="0" y="1418463"/>
                  </a:moveTo>
                  <a:cubicBezTo>
                    <a:pt x="0" y="635127"/>
                    <a:pt x="635762" y="0"/>
                    <a:pt x="1420114" y="0"/>
                  </a:cubicBezTo>
                  <a:lnTo>
                    <a:pt x="12398121" y="0"/>
                  </a:lnTo>
                  <a:cubicBezTo>
                    <a:pt x="13182473" y="0"/>
                    <a:pt x="13818236" y="635127"/>
                    <a:pt x="13818236" y="1418463"/>
                  </a:cubicBezTo>
                  <a:lnTo>
                    <a:pt x="13818236" y="7092061"/>
                  </a:lnTo>
                  <a:cubicBezTo>
                    <a:pt x="13818236" y="7875397"/>
                    <a:pt x="13182473" y="8510524"/>
                    <a:pt x="12398121" y="8510524"/>
                  </a:cubicBezTo>
                  <a:lnTo>
                    <a:pt x="1420114" y="8510524"/>
                  </a:lnTo>
                  <a:cubicBezTo>
                    <a:pt x="635762" y="8510524"/>
                    <a:pt x="0" y="7875524"/>
                    <a:pt x="0" y="7092061"/>
                  </a:cubicBezTo>
                  <a:close/>
                </a:path>
              </a:pathLst>
            </a:custGeom>
            <a:solidFill>
              <a:srgbClr val="0C1016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843636" cy="8535924"/>
            </a:xfrm>
            <a:custGeom>
              <a:avLst/>
              <a:gdLst/>
              <a:ahLst/>
              <a:cxnLst/>
              <a:rect r="r" b="b" t="t" l="l"/>
              <a:pathLst>
                <a:path h="8535924" w="13843636">
                  <a:moveTo>
                    <a:pt x="0" y="1431163"/>
                  </a:moveTo>
                  <a:cubicBezTo>
                    <a:pt x="0" y="640715"/>
                    <a:pt x="641477" y="0"/>
                    <a:pt x="1432814" y="0"/>
                  </a:cubicBezTo>
                  <a:lnTo>
                    <a:pt x="12410821" y="0"/>
                  </a:lnTo>
                  <a:lnTo>
                    <a:pt x="12410821" y="12700"/>
                  </a:lnTo>
                  <a:lnTo>
                    <a:pt x="12410821" y="0"/>
                  </a:lnTo>
                  <a:cubicBezTo>
                    <a:pt x="13202158" y="0"/>
                    <a:pt x="13843636" y="640715"/>
                    <a:pt x="13843636" y="1431163"/>
                  </a:cubicBezTo>
                  <a:lnTo>
                    <a:pt x="13830936" y="1431163"/>
                  </a:lnTo>
                  <a:lnTo>
                    <a:pt x="13843636" y="1431163"/>
                  </a:lnTo>
                  <a:lnTo>
                    <a:pt x="13843636" y="7104761"/>
                  </a:lnTo>
                  <a:lnTo>
                    <a:pt x="13830936" y="7104761"/>
                  </a:lnTo>
                  <a:lnTo>
                    <a:pt x="13843636" y="7104761"/>
                  </a:lnTo>
                  <a:cubicBezTo>
                    <a:pt x="13843636" y="7895209"/>
                    <a:pt x="13202158" y="8535924"/>
                    <a:pt x="12410821" y="8535924"/>
                  </a:cubicBezTo>
                  <a:lnTo>
                    <a:pt x="12410821" y="8523224"/>
                  </a:lnTo>
                  <a:lnTo>
                    <a:pt x="12410821" y="8535924"/>
                  </a:lnTo>
                  <a:lnTo>
                    <a:pt x="1432814" y="8535924"/>
                  </a:lnTo>
                  <a:lnTo>
                    <a:pt x="1432814" y="8523224"/>
                  </a:lnTo>
                  <a:lnTo>
                    <a:pt x="1432814" y="8535924"/>
                  </a:lnTo>
                  <a:cubicBezTo>
                    <a:pt x="641477" y="8535924"/>
                    <a:pt x="0" y="7895209"/>
                    <a:pt x="0" y="7104761"/>
                  </a:cubicBezTo>
                  <a:lnTo>
                    <a:pt x="0" y="1431163"/>
                  </a:lnTo>
                  <a:lnTo>
                    <a:pt x="12700" y="1431163"/>
                  </a:lnTo>
                  <a:lnTo>
                    <a:pt x="0" y="1431163"/>
                  </a:lnTo>
                  <a:moveTo>
                    <a:pt x="25400" y="1431163"/>
                  </a:moveTo>
                  <a:lnTo>
                    <a:pt x="25400" y="7104761"/>
                  </a:lnTo>
                  <a:lnTo>
                    <a:pt x="12700" y="7104761"/>
                  </a:lnTo>
                  <a:lnTo>
                    <a:pt x="25400" y="7104761"/>
                  </a:lnTo>
                  <a:cubicBezTo>
                    <a:pt x="25400" y="7881112"/>
                    <a:pt x="655447" y="8510524"/>
                    <a:pt x="1432814" y="8510524"/>
                  </a:cubicBezTo>
                  <a:lnTo>
                    <a:pt x="12410821" y="8510524"/>
                  </a:lnTo>
                  <a:cubicBezTo>
                    <a:pt x="13188060" y="8510524"/>
                    <a:pt x="13818236" y="7881112"/>
                    <a:pt x="13818236" y="7104761"/>
                  </a:cubicBezTo>
                  <a:lnTo>
                    <a:pt x="13818236" y="1431163"/>
                  </a:lnTo>
                  <a:cubicBezTo>
                    <a:pt x="13818236" y="654812"/>
                    <a:pt x="13188187" y="25400"/>
                    <a:pt x="12410821" y="25400"/>
                  </a:cubicBezTo>
                  <a:lnTo>
                    <a:pt x="1432814" y="25400"/>
                  </a:lnTo>
                  <a:lnTo>
                    <a:pt x="1432814" y="12700"/>
                  </a:lnTo>
                  <a:lnTo>
                    <a:pt x="1432814" y="25400"/>
                  </a:lnTo>
                  <a:cubicBezTo>
                    <a:pt x="655447" y="25400"/>
                    <a:pt x="25400" y="654812"/>
                    <a:pt x="25400" y="1431163"/>
                  </a:cubicBezTo>
                  <a:close/>
                </a:path>
              </a:pathLst>
            </a:custGeom>
            <a:solidFill>
              <a:srgbClr val="282124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726818" y="2571093"/>
            <a:ext cx="4892050" cy="1501550"/>
            <a:chOff x="0" y="0"/>
            <a:chExt cx="6522733" cy="200206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1983431" y="2772794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Фильтрация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83431" y="3212049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оставляет товары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выбранной категории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726818" y="4437926"/>
            <a:ext cx="4892050" cy="1501550"/>
            <a:chOff x="0" y="0"/>
            <a:chExt cx="6522733" cy="200206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1983431" y="4639637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D7A85D"/>
                </a:solidFill>
                <a:latin typeface="Aptos Bold"/>
                <a:ea typeface="Aptos Bold"/>
                <a:cs typeface="Aptos Bold"/>
                <a:sym typeface="Aptos Bold"/>
              </a:rPr>
              <a:t>Поиск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983431" y="5078892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сравнивает запрос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с названием и описанием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726818" y="6304759"/>
            <a:ext cx="4892050" cy="1501550"/>
            <a:chOff x="0" y="0"/>
            <a:chExt cx="6522733" cy="20020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2700" y="12700"/>
              <a:ext cx="6497320" cy="1976628"/>
            </a:xfrm>
            <a:custGeom>
              <a:avLst/>
              <a:gdLst/>
              <a:ahLst/>
              <a:cxnLst/>
              <a:rect r="r" b="b" t="t" l="l"/>
              <a:pathLst>
                <a:path h="1976628" w="6497320">
                  <a:moveTo>
                    <a:pt x="0" y="329438"/>
                  </a:moveTo>
                  <a:cubicBezTo>
                    <a:pt x="0" y="147447"/>
                    <a:pt x="148844" y="0"/>
                    <a:pt x="332359" y="0"/>
                  </a:cubicBezTo>
                  <a:lnTo>
                    <a:pt x="6164961" y="0"/>
                  </a:lnTo>
                  <a:cubicBezTo>
                    <a:pt x="6348476" y="0"/>
                    <a:pt x="6497320" y="147447"/>
                    <a:pt x="6497320" y="329438"/>
                  </a:cubicBezTo>
                  <a:lnTo>
                    <a:pt x="6497320" y="1647190"/>
                  </a:lnTo>
                  <a:cubicBezTo>
                    <a:pt x="6497320" y="1829181"/>
                    <a:pt x="6348476" y="1976628"/>
                    <a:pt x="6164961" y="1976628"/>
                  </a:cubicBezTo>
                  <a:lnTo>
                    <a:pt x="332359" y="1976628"/>
                  </a:lnTo>
                  <a:cubicBezTo>
                    <a:pt x="148844" y="1976628"/>
                    <a:pt x="0" y="1829181"/>
                    <a:pt x="0" y="1647190"/>
                  </a:cubicBezTo>
                  <a:close/>
                </a:path>
              </a:pathLst>
            </a:custGeom>
            <a:solidFill>
              <a:srgbClr val="201216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522720" cy="2002028"/>
            </a:xfrm>
            <a:custGeom>
              <a:avLst/>
              <a:gdLst/>
              <a:ahLst/>
              <a:cxnLst/>
              <a:rect r="r" b="b" t="t" l="l"/>
              <a:pathLst>
                <a:path h="2002028" w="6522720">
                  <a:moveTo>
                    <a:pt x="0" y="342138"/>
                  </a:moveTo>
                  <a:cubicBezTo>
                    <a:pt x="0" y="153035"/>
                    <a:pt x="154559" y="0"/>
                    <a:pt x="345059" y="0"/>
                  </a:cubicBezTo>
                  <a:lnTo>
                    <a:pt x="6177661" y="0"/>
                  </a:lnTo>
                  <a:lnTo>
                    <a:pt x="6177661" y="12700"/>
                  </a:lnTo>
                  <a:lnTo>
                    <a:pt x="6177661" y="0"/>
                  </a:lnTo>
                  <a:cubicBezTo>
                    <a:pt x="6368161" y="0"/>
                    <a:pt x="6522720" y="153035"/>
                    <a:pt x="6522720" y="342138"/>
                  </a:cubicBezTo>
                  <a:lnTo>
                    <a:pt x="6510020" y="342138"/>
                  </a:lnTo>
                  <a:lnTo>
                    <a:pt x="6522720" y="342138"/>
                  </a:lnTo>
                  <a:lnTo>
                    <a:pt x="6522720" y="1659890"/>
                  </a:lnTo>
                  <a:lnTo>
                    <a:pt x="6510020" y="1659890"/>
                  </a:lnTo>
                  <a:lnTo>
                    <a:pt x="6522720" y="1659890"/>
                  </a:lnTo>
                  <a:cubicBezTo>
                    <a:pt x="6522720" y="1848993"/>
                    <a:pt x="6368161" y="2002028"/>
                    <a:pt x="6177661" y="2002028"/>
                  </a:cubicBezTo>
                  <a:lnTo>
                    <a:pt x="6177661" y="1989328"/>
                  </a:lnTo>
                  <a:lnTo>
                    <a:pt x="6177661" y="2002028"/>
                  </a:lnTo>
                  <a:lnTo>
                    <a:pt x="345059" y="2002028"/>
                  </a:lnTo>
                  <a:lnTo>
                    <a:pt x="345059" y="1989328"/>
                  </a:lnTo>
                  <a:lnTo>
                    <a:pt x="345059" y="2002028"/>
                  </a:lnTo>
                  <a:cubicBezTo>
                    <a:pt x="154559" y="2002028"/>
                    <a:pt x="0" y="1848993"/>
                    <a:pt x="0" y="1659890"/>
                  </a:cubicBezTo>
                  <a:lnTo>
                    <a:pt x="0" y="342138"/>
                  </a:lnTo>
                  <a:lnTo>
                    <a:pt x="12700" y="342138"/>
                  </a:lnTo>
                  <a:lnTo>
                    <a:pt x="0" y="342138"/>
                  </a:lnTo>
                  <a:moveTo>
                    <a:pt x="25400" y="342138"/>
                  </a:moveTo>
                  <a:lnTo>
                    <a:pt x="25400" y="1659890"/>
                  </a:lnTo>
                  <a:lnTo>
                    <a:pt x="12700" y="1659890"/>
                  </a:lnTo>
                  <a:lnTo>
                    <a:pt x="25400" y="1659890"/>
                  </a:lnTo>
                  <a:cubicBezTo>
                    <a:pt x="25400" y="1834769"/>
                    <a:pt x="168402" y="1976628"/>
                    <a:pt x="345059" y="1976628"/>
                  </a:cubicBezTo>
                  <a:lnTo>
                    <a:pt x="6177661" y="1976628"/>
                  </a:lnTo>
                  <a:cubicBezTo>
                    <a:pt x="6354318" y="1976628"/>
                    <a:pt x="6497320" y="1834769"/>
                    <a:pt x="6497320" y="1659890"/>
                  </a:cubicBezTo>
                  <a:lnTo>
                    <a:pt x="6497320" y="342138"/>
                  </a:lnTo>
                  <a:cubicBezTo>
                    <a:pt x="6497320" y="167386"/>
                    <a:pt x="6354318" y="25400"/>
                    <a:pt x="6177661" y="25400"/>
                  </a:cubicBezTo>
                  <a:lnTo>
                    <a:pt x="345059" y="25400"/>
                  </a:lnTo>
                  <a:lnTo>
                    <a:pt x="345059" y="12700"/>
                  </a:lnTo>
                  <a:lnTo>
                    <a:pt x="345059" y="25400"/>
                  </a:lnTo>
                  <a:cubicBezTo>
                    <a:pt x="168402" y="25400"/>
                    <a:pt x="25400" y="167386"/>
                    <a:pt x="25400" y="342138"/>
                  </a:cubicBezTo>
                  <a:close/>
                </a:path>
              </a:pathLst>
            </a:custGeom>
            <a:solidFill>
              <a:srgbClr val="562630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983431" y="6506470"/>
            <a:ext cx="4392549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8CAE67"/>
                </a:solidFill>
                <a:latin typeface="Aptos Bold"/>
                <a:ea typeface="Aptos Bold"/>
                <a:cs typeface="Aptos Bold"/>
                <a:sym typeface="Aptos Bold"/>
              </a:rPr>
              <a:t>Сортировка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983431" y="6945725"/>
            <a:ext cx="4392549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упорядочивает по цене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FFF7ED"/>
                </a:solidFill>
                <a:latin typeface="Aptos"/>
                <a:ea typeface="Aptos"/>
                <a:cs typeface="Aptos"/>
                <a:sym typeface="Aptos"/>
              </a:rPr>
              <a:t>или названию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3602041" y="2785443"/>
            <a:ext cx="4806801" cy="5836015"/>
            <a:chOff x="0" y="0"/>
            <a:chExt cx="6409068" cy="7781354"/>
          </a:xfrm>
        </p:grpSpPr>
        <p:sp>
          <p:nvSpPr>
            <p:cNvPr name="Freeform 28" id="28" descr="aac43b5e-a8e5-4eaa-bae5-dc306ffd1f7c.png"/>
            <p:cNvSpPr/>
            <p:nvPr/>
          </p:nvSpPr>
          <p:spPr>
            <a:xfrm flipH="false" flipV="false" rot="0">
              <a:off x="0" y="0"/>
              <a:ext cx="6409055" cy="7781417"/>
            </a:xfrm>
            <a:custGeom>
              <a:avLst/>
              <a:gdLst/>
              <a:ahLst/>
              <a:cxnLst/>
              <a:rect r="r" b="b" t="t" l="l"/>
              <a:pathLst>
                <a:path h="7781417" w="6409055">
                  <a:moveTo>
                    <a:pt x="0" y="0"/>
                  </a:moveTo>
                  <a:lnTo>
                    <a:pt x="6409055" y="0"/>
                  </a:lnTo>
                  <a:lnTo>
                    <a:pt x="6409055" y="7781417"/>
                  </a:lnTo>
                  <a:lnTo>
                    <a:pt x="0" y="778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7050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0431" y="384353"/>
            <a:ext cx="17295676" cy="38129"/>
            <a:chOff x="0" y="0"/>
            <a:chExt cx="23060901" cy="508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060913" cy="50800"/>
            </a:xfrm>
            <a:custGeom>
              <a:avLst/>
              <a:gdLst/>
              <a:ahLst/>
              <a:cxnLst/>
              <a:rect r="r" b="b" t="t" l="l"/>
              <a:pathLst>
                <a:path h="50800" w="23060913">
                  <a:moveTo>
                    <a:pt x="0" y="0"/>
                  </a:moveTo>
                  <a:lnTo>
                    <a:pt x="23060913" y="0"/>
                  </a:lnTo>
                  <a:lnTo>
                    <a:pt x="23060913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E2375B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54971" y="608181"/>
            <a:ext cx="6177029" cy="352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E2375B"/>
                </a:solidFill>
                <a:latin typeface="Aptos Bold"/>
                <a:ea typeface="Aptos Bold"/>
                <a:cs typeface="Aptos Bold"/>
                <a:sym typeface="Aptos Bold"/>
              </a:rPr>
              <a:t>ФРАГМЕНТ КОДА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4971" y="1125588"/>
            <a:ext cx="1578573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FFF7ED"/>
                </a:solidFill>
                <a:latin typeface="Aptos Bold"/>
                <a:ea typeface="Aptos Bold"/>
                <a:cs typeface="Aptos Bold"/>
                <a:sym typeface="Aptos Bold"/>
              </a:rPr>
              <a:t>JavaScript: корзина и оформление заказа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4971" y="1784471"/>
            <a:ext cx="16197539" cy="48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B8AAA3"/>
                </a:solidFill>
                <a:latin typeface="Aptos"/>
                <a:ea typeface="Aptos"/>
                <a:cs typeface="Aptos"/>
                <a:sym typeface="Aptos"/>
              </a:rPr>
              <a:t>Показываем хранение корзины в localStorage и проверку формы заказа перед отправкой.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687435" y="2337740"/>
            <a:ext cx="5799989" cy="6401991"/>
            <a:chOff x="0" y="0"/>
            <a:chExt cx="7733318" cy="85359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8567" y="12700"/>
              <a:ext cx="7716142" cy="8510524"/>
            </a:xfrm>
            <a:custGeom>
              <a:avLst/>
              <a:gdLst/>
              <a:ahLst/>
              <a:cxnLst/>
              <a:rect r="r" b="b" t="t" l="l"/>
              <a:pathLst>
                <a:path h="8510524" w="7716142">
                  <a:moveTo>
                    <a:pt x="0" y="1418463"/>
                  </a:moveTo>
                  <a:cubicBezTo>
                    <a:pt x="0" y="635127"/>
                    <a:pt x="428684" y="0"/>
                    <a:pt x="957600" y="0"/>
                  </a:cubicBezTo>
                  <a:lnTo>
                    <a:pt x="6758627" y="0"/>
                  </a:lnTo>
                  <a:cubicBezTo>
                    <a:pt x="7287457" y="0"/>
                    <a:pt x="7716141" y="635127"/>
                    <a:pt x="7716141" y="1418463"/>
                  </a:cubicBezTo>
                  <a:lnTo>
                    <a:pt x="7716141" y="7092061"/>
                  </a:lnTo>
                  <a:cubicBezTo>
                    <a:pt x="7716141" y="7875397"/>
                    <a:pt x="7287457" y="8510524"/>
                    <a:pt x="6758627" y="8510524"/>
                  </a:cubicBezTo>
                  <a:lnTo>
                    <a:pt x="957600" y="8510524"/>
                  </a:lnTo>
                  <a:cubicBezTo>
                    <a:pt x="428684" y="8510524"/>
                    <a:pt x="0" y="7875524"/>
                    <a:pt x="0" y="7092061"/>
                  </a:cubicBezTo>
                  <a:close/>
                </a:path>
              </a:pathLst>
            </a:custGeom>
            <a:solidFill>
              <a:srgbClr val="0C1016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733381" cy="8535924"/>
            </a:xfrm>
            <a:custGeom>
              <a:avLst/>
              <a:gdLst/>
              <a:ahLst/>
              <a:cxnLst/>
              <a:rect r="r" b="b" t="t" l="l"/>
              <a:pathLst>
                <a:path h="8535924" w="7733381">
                  <a:moveTo>
                    <a:pt x="0" y="1431163"/>
                  </a:moveTo>
                  <a:cubicBezTo>
                    <a:pt x="0" y="640715"/>
                    <a:pt x="432539" y="0"/>
                    <a:pt x="966167" y="0"/>
                  </a:cubicBezTo>
                  <a:lnTo>
                    <a:pt x="6767194" y="0"/>
                  </a:lnTo>
                  <a:lnTo>
                    <a:pt x="6767194" y="12700"/>
                  </a:lnTo>
                  <a:lnTo>
                    <a:pt x="6767194" y="0"/>
                  </a:lnTo>
                  <a:cubicBezTo>
                    <a:pt x="7300737" y="0"/>
                    <a:pt x="7733381" y="640715"/>
                    <a:pt x="7733381" y="1431163"/>
                  </a:cubicBezTo>
                  <a:lnTo>
                    <a:pt x="7724794" y="1431163"/>
                  </a:lnTo>
                  <a:lnTo>
                    <a:pt x="7733381" y="1431163"/>
                  </a:lnTo>
                  <a:lnTo>
                    <a:pt x="7733381" y="7104761"/>
                  </a:lnTo>
                  <a:lnTo>
                    <a:pt x="7724794" y="7104761"/>
                  </a:lnTo>
                  <a:lnTo>
                    <a:pt x="7733381" y="7104761"/>
                  </a:lnTo>
                  <a:cubicBezTo>
                    <a:pt x="7733381" y="7895209"/>
                    <a:pt x="7300822" y="8535924"/>
                    <a:pt x="6767194" y="8535924"/>
                  </a:cubicBezTo>
                  <a:lnTo>
                    <a:pt x="6767194" y="8523224"/>
                  </a:lnTo>
                  <a:lnTo>
                    <a:pt x="6767194" y="8535924"/>
                  </a:lnTo>
                  <a:lnTo>
                    <a:pt x="966167" y="8535924"/>
                  </a:lnTo>
                  <a:lnTo>
                    <a:pt x="966167" y="8523224"/>
                  </a:lnTo>
                  <a:lnTo>
                    <a:pt x="966167" y="8535924"/>
                  </a:lnTo>
                  <a:cubicBezTo>
                    <a:pt x="432539" y="8535924"/>
                    <a:pt x="0" y="7895209"/>
                    <a:pt x="0" y="7104761"/>
                  </a:cubicBezTo>
                  <a:lnTo>
                    <a:pt x="0" y="1431163"/>
                  </a:lnTo>
                  <a:lnTo>
                    <a:pt x="8567" y="1431163"/>
                  </a:lnTo>
                  <a:lnTo>
                    <a:pt x="0" y="1431163"/>
                  </a:lnTo>
                  <a:moveTo>
                    <a:pt x="17134" y="1431163"/>
                  </a:moveTo>
                  <a:lnTo>
                    <a:pt x="17134" y="7104761"/>
                  </a:lnTo>
                  <a:lnTo>
                    <a:pt x="8567" y="7104761"/>
                  </a:lnTo>
                  <a:lnTo>
                    <a:pt x="17134" y="7104761"/>
                  </a:lnTo>
                  <a:cubicBezTo>
                    <a:pt x="17134" y="7881239"/>
                    <a:pt x="442048" y="8510524"/>
                    <a:pt x="966167" y="8510524"/>
                  </a:cubicBezTo>
                  <a:lnTo>
                    <a:pt x="6767194" y="8510524"/>
                  </a:lnTo>
                  <a:cubicBezTo>
                    <a:pt x="7291312" y="8510524"/>
                    <a:pt x="7716141" y="7881112"/>
                    <a:pt x="7716141" y="7104761"/>
                  </a:cubicBezTo>
                  <a:lnTo>
                    <a:pt x="7716141" y="1431163"/>
                  </a:lnTo>
                  <a:cubicBezTo>
                    <a:pt x="7716141" y="654812"/>
                    <a:pt x="7291312" y="25400"/>
                    <a:pt x="6767194" y="25400"/>
                  </a:cubicBezTo>
                  <a:lnTo>
                    <a:pt x="966167" y="25400"/>
                  </a:lnTo>
                  <a:lnTo>
                    <a:pt x="966167" y="12700"/>
                  </a:lnTo>
                  <a:lnTo>
                    <a:pt x="966167" y="25400"/>
                  </a:lnTo>
                  <a:cubicBezTo>
                    <a:pt x="442048" y="25400"/>
                    <a:pt x="17134" y="654812"/>
                    <a:pt x="17134" y="1431163"/>
                  </a:cubicBezTo>
                  <a:close/>
                </a:path>
              </a:pathLst>
            </a:custGeom>
            <a:solidFill>
              <a:srgbClr val="282124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36029" y="2337740"/>
            <a:ext cx="9348587" cy="6401991"/>
            <a:chOff x="0" y="0"/>
            <a:chExt cx="12464783" cy="853598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4503" y="12700"/>
              <a:ext cx="12435763" cy="8510524"/>
            </a:xfrm>
            <a:custGeom>
              <a:avLst/>
              <a:gdLst/>
              <a:ahLst/>
              <a:cxnLst/>
              <a:rect r="r" b="b" t="t" l="l"/>
              <a:pathLst>
                <a:path h="8510524" w="12435763">
                  <a:moveTo>
                    <a:pt x="0" y="1418463"/>
                  </a:moveTo>
                  <a:cubicBezTo>
                    <a:pt x="0" y="635127"/>
                    <a:pt x="725723" y="0"/>
                    <a:pt x="1620839" y="0"/>
                  </a:cubicBezTo>
                  <a:lnTo>
                    <a:pt x="10814924" y="0"/>
                  </a:lnTo>
                  <a:cubicBezTo>
                    <a:pt x="11710040" y="0"/>
                    <a:pt x="12435763" y="635127"/>
                    <a:pt x="12435763" y="1418463"/>
                  </a:cubicBezTo>
                  <a:lnTo>
                    <a:pt x="12435763" y="7092061"/>
                  </a:lnTo>
                  <a:cubicBezTo>
                    <a:pt x="12435763" y="7875397"/>
                    <a:pt x="11710040" y="8510524"/>
                    <a:pt x="10814924" y="8510524"/>
                  </a:cubicBezTo>
                  <a:lnTo>
                    <a:pt x="1620839" y="8510524"/>
                  </a:lnTo>
                  <a:cubicBezTo>
                    <a:pt x="725723" y="8510524"/>
                    <a:pt x="0" y="7875524"/>
                    <a:pt x="0" y="7092061"/>
                  </a:cubicBezTo>
                  <a:close/>
                </a:path>
              </a:pathLst>
            </a:custGeom>
            <a:solidFill>
              <a:srgbClr val="0C1016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464769" cy="8535924"/>
            </a:xfrm>
            <a:custGeom>
              <a:avLst/>
              <a:gdLst/>
              <a:ahLst/>
              <a:cxnLst/>
              <a:rect r="r" b="b" t="t" l="l"/>
              <a:pathLst>
                <a:path h="8535924" w="12464769">
                  <a:moveTo>
                    <a:pt x="0" y="1431163"/>
                  </a:moveTo>
                  <a:cubicBezTo>
                    <a:pt x="0" y="640715"/>
                    <a:pt x="732249" y="0"/>
                    <a:pt x="1635342" y="0"/>
                  </a:cubicBezTo>
                  <a:lnTo>
                    <a:pt x="10829427" y="0"/>
                  </a:lnTo>
                  <a:lnTo>
                    <a:pt x="10829427" y="12700"/>
                  </a:lnTo>
                  <a:lnTo>
                    <a:pt x="10829427" y="0"/>
                  </a:lnTo>
                  <a:cubicBezTo>
                    <a:pt x="11732665" y="0"/>
                    <a:pt x="12464769" y="640715"/>
                    <a:pt x="12464769" y="1431163"/>
                  </a:cubicBezTo>
                  <a:lnTo>
                    <a:pt x="12450266" y="1431163"/>
                  </a:lnTo>
                  <a:lnTo>
                    <a:pt x="12464769" y="1431163"/>
                  </a:lnTo>
                  <a:lnTo>
                    <a:pt x="12464769" y="7104761"/>
                  </a:lnTo>
                  <a:lnTo>
                    <a:pt x="12450266" y="7104761"/>
                  </a:lnTo>
                  <a:lnTo>
                    <a:pt x="12464769" y="7104761"/>
                  </a:lnTo>
                  <a:cubicBezTo>
                    <a:pt x="12464769" y="7895209"/>
                    <a:pt x="11732520" y="8535924"/>
                    <a:pt x="10829427" y="8535924"/>
                  </a:cubicBezTo>
                  <a:lnTo>
                    <a:pt x="10829427" y="8523224"/>
                  </a:lnTo>
                  <a:lnTo>
                    <a:pt x="10829427" y="8535924"/>
                  </a:lnTo>
                  <a:lnTo>
                    <a:pt x="1635342" y="8535924"/>
                  </a:lnTo>
                  <a:lnTo>
                    <a:pt x="1635342" y="8523224"/>
                  </a:lnTo>
                  <a:lnTo>
                    <a:pt x="1635342" y="8535924"/>
                  </a:lnTo>
                  <a:cubicBezTo>
                    <a:pt x="732249" y="8535924"/>
                    <a:pt x="0" y="7895209"/>
                    <a:pt x="0" y="7104761"/>
                  </a:cubicBezTo>
                  <a:lnTo>
                    <a:pt x="0" y="1431163"/>
                  </a:lnTo>
                  <a:lnTo>
                    <a:pt x="14503" y="1431163"/>
                  </a:lnTo>
                  <a:lnTo>
                    <a:pt x="0" y="1431163"/>
                  </a:lnTo>
                  <a:moveTo>
                    <a:pt x="29006" y="1431163"/>
                  </a:moveTo>
                  <a:lnTo>
                    <a:pt x="29006" y="7104761"/>
                  </a:lnTo>
                  <a:lnTo>
                    <a:pt x="14503" y="7104761"/>
                  </a:lnTo>
                  <a:lnTo>
                    <a:pt x="29006" y="7104761"/>
                  </a:lnTo>
                  <a:cubicBezTo>
                    <a:pt x="29006" y="7881112"/>
                    <a:pt x="748202" y="8510524"/>
                    <a:pt x="1635342" y="8510524"/>
                  </a:cubicBezTo>
                  <a:lnTo>
                    <a:pt x="10829427" y="8510524"/>
                  </a:lnTo>
                  <a:cubicBezTo>
                    <a:pt x="11716566" y="8510524"/>
                    <a:pt x="12435763" y="7881112"/>
                    <a:pt x="12435763" y="7104761"/>
                  </a:cubicBezTo>
                  <a:lnTo>
                    <a:pt x="12435763" y="1431163"/>
                  </a:lnTo>
                  <a:cubicBezTo>
                    <a:pt x="12435762" y="654812"/>
                    <a:pt x="11716566" y="25400"/>
                    <a:pt x="10829427" y="25400"/>
                  </a:cubicBezTo>
                  <a:lnTo>
                    <a:pt x="1635342" y="25400"/>
                  </a:lnTo>
                  <a:lnTo>
                    <a:pt x="1635342" y="12700"/>
                  </a:lnTo>
                  <a:lnTo>
                    <a:pt x="1635342" y="25400"/>
                  </a:lnTo>
                  <a:cubicBezTo>
                    <a:pt x="748202" y="25400"/>
                    <a:pt x="29006" y="654812"/>
                    <a:pt x="29006" y="1431163"/>
                  </a:cubicBezTo>
                  <a:close/>
                </a:path>
              </a:pathLst>
            </a:custGeom>
            <a:solidFill>
              <a:srgbClr val="282124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528309" y="8930230"/>
            <a:ext cx="7755598" cy="48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B8AAA3"/>
                </a:solidFill>
                <a:latin typeface="Aptos"/>
                <a:ea typeface="Aptos"/>
                <a:cs typeface="Aptos"/>
                <a:sym typeface="Aptos"/>
              </a:rPr>
              <a:t>Слева: функции getCart(), saveCart(), addToCart() и изменение количества товаров.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217671" y="8930230"/>
            <a:ext cx="7549696" cy="48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B8AAA3"/>
                </a:solidFill>
                <a:latin typeface="Aptos"/>
                <a:ea typeface="Aptos"/>
                <a:cs typeface="Aptos"/>
                <a:sym typeface="Aptos"/>
              </a:rPr>
              <a:t>Справа: проверка формы, сообщение об успешном заказе и очистка корзины.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2466223" y="2620728"/>
            <a:ext cx="3921290" cy="5836015"/>
            <a:chOff x="0" y="0"/>
            <a:chExt cx="5228387" cy="7781354"/>
          </a:xfrm>
        </p:grpSpPr>
        <p:sp>
          <p:nvSpPr>
            <p:cNvPr name="Freeform 18" id="18" descr="app_cart_1_65_generated.png"/>
            <p:cNvSpPr/>
            <p:nvPr/>
          </p:nvSpPr>
          <p:spPr>
            <a:xfrm flipH="false" flipV="false" rot="0">
              <a:off x="0" y="0"/>
              <a:ext cx="5228336" cy="7781417"/>
            </a:xfrm>
            <a:custGeom>
              <a:avLst/>
              <a:gdLst/>
              <a:ahLst/>
              <a:cxnLst/>
              <a:rect r="r" b="b" t="t" l="l"/>
              <a:pathLst>
                <a:path h="7781417" w="5228336">
                  <a:moveTo>
                    <a:pt x="0" y="0"/>
                  </a:moveTo>
                  <a:lnTo>
                    <a:pt x="5228336" y="0"/>
                  </a:lnTo>
                  <a:lnTo>
                    <a:pt x="5228336" y="7781417"/>
                  </a:lnTo>
                  <a:lnTo>
                    <a:pt x="0" y="778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254861" y="2620728"/>
            <a:ext cx="7310914" cy="5836015"/>
            <a:chOff x="0" y="0"/>
            <a:chExt cx="9747885" cy="7781354"/>
          </a:xfrm>
        </p:grpSpPr>
        <p:sp>
          <p:nvSpPr>
            <p:cNvPr name="Freeform 20" id="20" descr="19f67d27-374b-4aeb-aad0-9acd311835e4.png"/>
            <p:cNvSpPr/>
            <p:nvPr/>
          </p:nvSpPr>
          <p:spPr>
            <a:xfrm flipH="false" flipV="false" rot="0">
              <a:off x="0" y="0"/>
              <a:ext cx="9747885" cy="7781417"/>
            </a:xfrm>
            <a:custGeom>
              <a:avLst/>
              <a:gdLst/>
              <a:ahLst/>
              <a:cxnLst/>
              <a:rect r="r" b="b" t="t" l="l"/>
              <a:pathLst>
                <a:path h="7781417" w="9747885">
                  <a:moveTo>
                    <a:pt x="0" y="0"/>
                  </a:moveTo>
                  <a:lnTo>
                    <a:pt x="9747885" y="0"/>
                  </a:lnTo>
                  <a:lnTo>
                    <a:pt x="9747885" y="7781417"/>
                  </a:lnTo>
                  <a:lnTo>
                    <a:pt x="0" y="778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slide-10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t="0" r="-1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DAHJiVunsvI</dc:identifier>
  <dcterms:modified xsi:type="dcterms:W3CDTF">2011-08-01T06:04:30Z</dcterms:modified>
  <cp:revision>1</cp:revision>
  <dc:title>kamilkerimov68023kursovaya</dc:title>
</cp:coreProperties>
</file>